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8"/>
  </p:notesMasterIdLst>
  <p:sldIdLst>
    <p:sldId id="256" r:id="rId2"/>
    <p:sldId id="279" r:id="rId3"/>
    <p:sldId id="259" r:id="rId4"/>
    <p:sldId id="257" r:id="rId5"/>
    <p:sldId id="280" r:id="rId6"/>
    <p:sldId id="264" r:id="rId7"/>
    <p:sldId id="281" r:id="rId8"/>
    <p:sldId id="282" r:id="rId9"/>
    <p:sldId id="284" r:id="rId10"/>
    <p:sldId id="285" r:id="rId11"/>
    <p:sldId id="286" r:id="rId12"/>
    <p:sldId id="287" r:id="rId13"/>
    <p:sldId id="283" r:id="rId14"/>
    <p:sldId id="288" r:id="rId15"/>
    <p:sldId id="277" r:id="rId16"/>
    <p:sldId id="27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F911BC-ED2A-4F85-B653-0FB6ABA40294}" v="4" dt="2024-10-22T06:27:05.4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320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k Weber" userId="274bd9f535d3d9c6" providerId="LiveId" clId="{CBA0BE84-2E50-4FE0-86AB-27FB8569E9AD}"/>
    <pc:docChg chg="modSld">
      <pc:chgData name="Dominik Weber" userId="274bd9f535d3d9c6" providerId="LiveId" clId="{CBA0BE84-2E50-4FE0-86AB-27FB8569E9AD}" dt="2024-10-22T10:19:41.147" v="1" actId="1076"/>
      <pc:docMkLst>
        <pc:docMk/>
      </pc:docMkLst>
      <pc:sldChg chg="addSp modSp mod">
        <pc:chgData name="Dominik Weber" userId="274bd9f535d3d9c6" providerId="LiveId" clId="{CBA0BE84-2E50-4FE0-86AB-27FB8569E9AD}" dt="2024-10-22T10:19:41.147" v="1" actId="1076"/>
        <pc:sldMkLst>
          <pc:docMk/>
          <pc:sldMk cId="2779763074" sldId="257"/>
        </pc:sldMkLst>
        <pc:picChg chg="add mod">
          <ac:chgData name="Dominik Weber" userId="274bd9f535d3d9c6" providerId="LiveId" clId="{CBA0BE84-2E50-4FE0-86AB-27FB8569E9AD}" dt="2024-10-22T10:19:41.147" v="1" actId="1076"/>
          <ac:picMkLst>
            <pc:docMk/>
            <pc:sldMk cId="2779763074" sldId="257"/>
            <ac:picMk id="11" creationId="{1CDD9FB5-20FC-AAAC-C2E3-14ABE4F42F96}"/>
          </ac:picMkLst>
        </pc:picChg>
      </pc:sldChg>
    </pc:docChg>
  </pc:docChgLst>
  <pc:docChgLst>
    <pc:chgData name="Dominik Weber" userId="274bd9f535d3d9c6" providerId="LiveId" clId="{9BC93ABC-6346-4C34-B919-54BCA30DDF77}"/>
    <pc:docChg chg="undo custSel addSld delSld modSld">
      <pc:chgData name="Dominik Weber" userId="274bd9f535d3d9c6" providerId="LiveId" clId="{9BC93ABC-6346-4C34-B919-54BCA30DDF77}" dt="2023-10-15T18:22:42.212" v="1479"/>
      <pc:docMkLst>
        <pc:docMk/>
      </pc:docMkLst>
      <pc:sldChg chg="addSp delSp modSp mod">
        <pc:chgData name="Dominik Weber" userId="274bd9f535d3d9c6" providerId="LiveId" clId="{9BC93ABC-6346-4C34-B919-54BCA30DDF77}" dt="2023-10-15T17:23:45.300" v="37" actId="1076"/>
        <pc:sldMkLst>
          <pc:docMk/>
          <pc:sldMk cId="3281480439" sldId="256"/>
        </pc:sldMkLst>
        <pc:spChg chg="mod">
          <ac:chgData name="Dominik Weber" userId="274bd9f535d3d9c6" providerId="LiveId" clId="{9BC93ABC-6346-4C34-B919-54BCA30DDF77}" dt="2023-10-15T17:23:35.516" v="33" actId="1076"/>
          <ac:spMkLst>
            <pc:docMk/>
            <pc:sldMk cId="3281480439" sldId="256"/>
            <ac:spMk id="2" creationId="{F4D9B6AD-4CF6-E933-7CC3-D838A8C589ED}"/>
          </ac:spMkLst>
        </pc:spChg>
        <pc:picChg chg="add mod">
          <ac:chgData name="Dominik Weber" userId="274bd9f535d3d9c6" providerId="LiveId" clId="{9BC93ABC-6346-4C34-B919-54BCA30DDF77}" dt="2023-10-15T17:23:45.300" v="37" actId="1076"/>
          <ac:picMkLst>
            <pc:docMk/>
            <pc:sldMk cId="3281480439" sldId="256"/>
            <ac:picMk id="3" creationId="{9960A393-8909-8A4D-2472-CCD4C6246208}"/>
          </ac:picMkLst>
        </pc:picChg>
        <pc:picChg chg="del">
          <ac:chgData name="Dominik Weber" userId="274bd9f535d3d9c6" providerId="LiveId" clId="{9BC93ABC-6346-4C34-B919-54BCA30DDF77}" dt="2023-10-15T17:23:31.376" v="31" actId="478"/>
          <ac:picMkLst>
            <pc:docMk/>
            <pc:sldMk cId="3281480439" sldId="256"/>
            <ac:picMk id="4" creationId="{DD8DBDB7-6C4F-1871-16FB-B82AF83AC63D}"/>
          </ac:picMkLst>
        </pc:picChg>
      </pc:sldChg>
      <pc:sldChg chg="modSp mod">
        <pc:chgData name="Dominik Weber" userId="274bd9f535d3d9c6" providerId="LiveId" clId="{9BC93ABC-6346-4C34-B919-54BCA30DDF77}" dt="2023-10-15T18:16:04.472" v="1303" actId="20577"/>
        <pc:sldMkLst>
          <pc:docMk/>
          <pc:sldMk cId="2779763074" sldId="257"/>
        </pc:sldMkLst>
        <pc:spChg chg="mod">
          <ac:chgData name="Dominik Weber" userId="274bd9f535d3d9c6" providerId="LiveId" clId="{9BC93ABC-6346-4C34-B919-54BCA30DDF77}" dt="2023-10-15T18:16:04.472" v="1303" actId="20577"/>
          <ac:spMkLst>
            <pc:docMk/>
            <pc:sldMk cId="2779763074" sldId="257"/>
            <ac:spMk id="3" creationId="{7DC100E6-3B6E-AB4A-0EDC-8D9FA912C667}"/>
          </ac:spMkLst>
        </pc:spChg>
        <pc:spChg chg="mod">
          <ac:chgData name="Dominik Weber" userId="274bd9f535d3d9c6" providerId="LiveId" clId="{9BC93ABC-6346-4C34-B919-54BCA30DDF77}" dt="2023-10-15T17:36:21.278" v="443" actId="20577"/>
          <ac:spMkLst>
            <pc:docMk/>
            <pc:sldMk cId="2779763074" sldId="257"/>
            <ac:spMk id="6" creationId="{BD022BD1-FF88-F1A3-57F2-D7B54C7A68E8}"/>
          </ac:spMkLst>
        </pc:spChg>
        <pc:picChg chg="mod">
          <ac:chgData name="Dominik Weber" userId="274bd9f535d3d9c6" providerId="LiveId" clId="{9BC93ABC-6346-4C34-B919-54BCA30DDF77}" dt="2023-10-15T17:36:20.048" v="441" actId="1036"/>
          <ac:picMkLst>
            <pc:docMk/>
            <pc:sldMk cId="2779763074" sldId="257"/>
            <ac:picMk id="5" creationId="{9158E5B1-4A94-8751-F784-287BACC9F93E}"/>
          </ac:picMkLst>
        </pc:picChg>
      </pc:sldChg>
      <pc:sldChg chg="modSp mod modAnim">
        <pc:chgData name="Dominik Weber" userId="274bd9f535d3d9c6" providerId="LiveId" clId="{9BC93ABC-6346-4C34-B919-54BCA30DDF77}" dt="2023-10-15T18:15:57.441" v="1288" actId="20577"/>
        <pc:sldMkLst>
          <pc:docMk/>
          <pc:sldMk cId="1492509040" sldId="259"/>
        </pc:sldMkLst>
        <pc:spChg chg="mod">
          <ac:chgData name="Dominik Weber" userId="274bd9f535d3d9c6" providerId="LiveId" clId="{9BC93ABC-6346-4C34-B919-54BCA30DDF77}" dt="2023-10-15T17:29:31.102" v="170" actId="20577"/>
          <ac:spMkLst>
            <pc:docMk/>
            <pc:sldMk cId="1492509040" sldId="259"/>
            <ac:spMk id="8" creationId="{8BB6B258-779A-0FDB-0613-B669C821D442}"/>
          </ac:spMkLst>
        </pc:spChg>
        <pc:spChg chg="mod">
          <ac:chgData name="Dominik Weber" userId="274bd9f535d3d9c6" providerId="LiveId" clId="{9BC93ABC-6346-4C34-B919-54BCA30DDF77}" dt="2023-10-15T18:15:57.441" v="1288" actId="20577"/>
          <ac:spMkLst>
            <pc:docMk/>
            <pc:sldMk cId="1492509040" sldId="259"/>
            <ac:spMk id="10" creationId="{1009F5A5-2EC8-DB6A-BF45-2E77A1DB6F4F}"/>
          </ac:spMkLst>
        </pc:spChg>
        <pc:spChg chg="mod">
          <ac:chgData name="Dominik Weber" userId="274bd9f535d3d9c6" providerId="LiveId" clId="{9BC93ABC-6346-4C34-B919-54BCA30DDF77}" dt="2023-10-15T17:29:13.532" v="155" actId="14100"/>
          <ac:spMkLst>
            <pc:docMk/>
            <pc:sldMk cId="1492509040" sldId="259"/>
            <ac:spMk id="12" creationId="{35522519-EC5E-2B3E-ADCC-55E6F92618CE}"/>
          </ac:spMkLst>
        </pc:spChg>
        <pc:cxnChg chg="mod">
          <ac:chgData name="Dominik Weber" userId="274bd9f535d3d9c6" providerId="LiveId" clId="{9BC93ABC-6346-4C34-B919-54BCA30DDF77}" dt="2023-10-15T18:04:15.975" v="984"/>
          <ac:cxnSpMkLst>
            <pc:docMk/>
            <pc:sldMk cId="1492509040" sldId="259"/>
            <ac:cxnSpMk id="14" creationId="{0CB25EC0-88E4-E243-A02C-186DC29BA617}"/>
          </ac:cxnSpMkLst>
        </pc:cxnChg>
      </pc:sldChg>
      <pc:sldChg chg="del">
        <pc:chgData name="Dominik Weber" userId="274bd9f535d3d9c6" providerId="LiveId" clId="{9BC93ABC-6346-4C34-B919-54BCA30DDF77}" dt="2023-10-15T17:58:13.950" v="857" actId="47"/>
        <pc:sldMkLst>
          <pc:docMk/>
          <pc:sldMk cId="1621508695" sldId="262"/>
        </pc:sldMkLst>
      </pc:sldChg>
      <pc:sldChg chg="del">
        <pc:chgData name="Dominik Weber" userId="274bd9f535d3d9c6" providerId="LiveId" clId="{9BC93ABC-6346-4C34-B919-54BCA30DDF77}" dt="2023-10-15T17:32:07.282" v="299" actId="47"/>
        <pc:sldMkLst>
          <pc:docMk/>
          <pc:sldMk cId="1975833554" sldId="263"/>
        </pc:sldMkLst>
      </pc:sldChg>
      <pc:sldChg chg="addSp delSp modSp mod">
        <pc:chgData name="Dominik Weber" userId="274bd9f535d3d9c6" providerId="LiveId" clId="{9BC93ABC-6346-4C34-B919-54BCA30DDF77}" dt="2023-10-15T18:02:48.422" v="925" actId="20577"/>
        <pc:sldMkLst>
          <pc:docMk/>
          <pc:sldMk cId="2209354989" sldId="264"/>
        </pc:sldMkLst>
        <pc:spChg chg="mod">
          <ac:chgData name="Dominik Weber" userId="274bd9f535d3d9c6" providerId="LiveId" clId="{9BC93ABC-6346-4C34-B919-54BCA30DDF77}" dt="2023-10-15T17:59:47.870" v="899" actId="20577"/>
          <ac:spMkLst>
            <pc:docMk/>
            <pc:sldMk cId="2209354989" sldId="264"/>
            <ac:spMk id="2" creationId="{8C2BCB27-52D3-9428-E49B-B7726E3266A1}"/>
          </ac:spMkLst>
        </pc:spChg>
        <pc:spChg chg="del">
          <ac:chgData name="Dominik Weber" userId="274bd9f535d3d9c6" providerId="LiveId" clId="{9BC93ABC-6346-4C34-B919-54BCA30DDF77}" dt="2023-10-15T17:35:23.983" v="351" actId="478"/>
          <ac:spMkLst>
            <pc:docMk/>
            <pc:sldMk cId="2209354989" sldId="264"/>
            <ac:spMk id="3" creationId="{7EDA28B9-DB9C-7C6A-A79A-42789BEEE38D}"/>
          </ac:spMkLst>
        </pc:spChg>
        <pc:spChg chg="mod">
          <ac:chgData name="Dominik Weber" userId="274bd9f535d3d9c6" providerId="LiveId" clId="{9BC93ABC-6346-4C34-B919-54BCA30DDF77}" dt="2023-10-15T17:34:34.207" v="306"/>
          <ac:spMkLst>
            <pc:docMk/>
            <pc:sldMk cId="2209354989" sldId="264"/>
            <ac:spMk id="4" creationId="{07114952-4076-5394-C0F4-679C003E641A}"/>
          </ac:spMkLst>
        </pc:spChg>
        <pc:spChg chg="mod">
          <ac:chgData name="Dominik Weber" userId="274bd9f535d3d9c6" providerId="LiveId" clId="{9BC93ABC-6346-4C34-B919-54BCA30DDF77}" dt="2023-10-15T17:38:15.870" v="476" actId="113"/>
          <ac:spMkLst>
            <pc:docMk/>
            <pc:sldMk cId="2209354989" sldId="264"/>
            <ac:spMk id="5" creationId="{80DEA7F2-FB12-0365-8933-B51EE8F8E7A0}"/>
          </ac:spMkLst>
        </pc:spChg>
        <pc:spChg chg="add del mod">
          <ac:chgData name="Dominik Weber" userId="274bd9f535d3d9c6" providerId="LiveId" clId="{9BC93ABC-6346-4C34-B919-54BCA30DDF77}" dt="2023-10-15T17:35:52.349" v="361" actId="478"/>
          <ac:spMkLst>
            <pc:docMk/>
            <pc:sldMk cId="2209354989" sldId="264"/>
            <ac:spMk id="6" creationId="{F6116C23-AC84-74BC-09FB-0FF3F492E3A1}"/>
          </ac:spMkLst>
        </pc:spChg>
        <pc:spChg chg="add mod">
          <ac:chgData name="Dominik Weber" userId="274bd9f535d3d9c6" providerId="LiveId" clId="{9BC93ABC-6346-4C34-B919-54BCA30DDF77}" dt="2023-10-15T17:37:17.732" v="457" actId="1036"/>
          <ac:spMkLst>
            <pc:docMk/>
            <pc:sldMk cId="2209354989" sldId="264"/>
            <ac:spMk id="7" creationId="{BD9BC027-05BA-D018-6CE1-5778E4C67DB8}"/>
          </ac:spMkLst>
        </pc:spChg>
        <pc:spChg chg="add mod">
          <ac:chgData name="Dominik Weber" userId="274bd9f535d3d9c6" providerId="LiveId" clId="{9BC93ABC-6346-4C34-B919-54BCA30DDF77}" dt="2023-10-15T17:37:21.044" v="458" actId="1076"/>
          <ac:spMkLst>
            <pc:docMk/>
            <pc:sldMk cId="2209354989" sldId="264"/>
            <ac:spMk id="8" creationId="{0B9E4F21-E4F1-B320-839C-18D1B1C5D898}"/>
          </ac:spMkLst>
        </pc:spChg>
        <pc:spChg chg="mod">
          <ac:chgData name="Dominik Weber" userId="274bd9f535d3d9c6" providerId="LiveId" clId="{9BC93ABC-6346-4C34-B919-54BCA30DDF77}" dt="2023-10-15T18:02:15.638" v="908" actId="20577"/>
          <ac:spMkLst>
            <pc:docMk/>
            <pc:sldMk cId="2209354989" sldId="264"/>
            <ac:spMk id="9" creationId="{B936DC48-58EE-7E1B-9984-8B8016D84E40}"/>
          </ac:spMkLst>
        </pc:spChg>
        <pc:spChg chg="mod">
          <ac:chgData name="Dominik Weber" userId="274bd9f535d3d9c6" providerId="LiveId" clId="{9BC93ABC-6346-4C34-B919-54BCA30DDF77}" dt="2023-10-15T18:02:48.422" v="925" actId="20577"/>
          <ac:spMkLst>
            <pc:docMk/>
            <pc:sldMk cId="2209354989" sldId="264"/>
            <ac:spMk id="11" creationId="{A58E107E-0F1A-8F49-EE6F-737C6BD70D03}"/>
          </ac:spMkLst>
        </pc:spChg>
        <pc:spChg chg="del">
          <ac:chgData name="Dominik Weber" userId="274bd9f535d3d9c6" providerId="LiveId" clId="{9BC93ABC-6346-4C34-B919-54BCA30DDF77}" dt="2023-10-15T17:35:24.364" v="352" actId="478"/>
          <ac:spMkLst>
            <pc:docMk/>
            <pc:sldMk cId="2209354989" sldId="264"/>
            <ac:spMk id="12" creationId="{A37EC6D0-E95C-AA01-45C2-83F09AA445EF}"/>
          </ac:spMkLst>
        </pc:spChg>
        <pc:spChg chg="add del mod">
          <ac:chgData name="Dominik Weber" userId="274bd9f535d3d9c6" providerId="LiveId" clId="{9BC93ABC-6346-4C34-B919-54BCA30DDF77}" dt="2023-10-15T17:37:58.470" v="468" actId="478"/>
          <ac:spMkLst>
            <pc:docMk/>
            <pc:sldMk cId="2209354989" sldId="264"/>
            <ac:spMk id="14" creationId="{5B6AD811-DCF8-2C07-DA80-3DF990F2EF2A}"/>
          </ac:spMkLst>
        </pc:spChg>
        <pc:cxnChg chg="add mod">
          <ac:chgData name="Dominik Weber" userId="274bd9f535d3d9c6" providerId="LiveId" clId="{9BC93ABC-6346-4C34-B919-54BCA30DDF77}" dt="2023-10-15T17:37:54.133" v="466" actId="1036"/>
          <ac:cxnSpMkLst>
            <pc:docMk/>
            <pc:sldMk cId="2209354989" sldId="264"/>
            <ac:cxnSpMk id="13" creationId="{B47CC671-B530-5147-CA6B-3B95A596D1B4}"/>
          </ac:cxnSpMkLst>
        </pc:cxnChg>
        <pc:cxnChg chg="add mod">
          <ac:chgData name="Dominik Weber" userId="274bd9f535d3d9c6" providerId="LiveId" clId="{9BC93ABC-6346-4C34-B919-54BCA30DDF77}" dt="2023-10-15T17:38:05.853" v="472" actId="14100"/>
          <ac:cxnSpMkLst>
            <pc:docMk/>
            <pc:sldMk cId="2209354989" sldId="264"/>
            <ac:cxnSpMk id="15" creationId="{3BDCAAE9-F5F7-68A0-BBF6-2B5BB78627AA}"/>
          </ac:cxnSpMkLst>
        </pc:cxnChg>
      </pc:sldChg>
      <pc:sldChg chg="del">
        <pc:chgData name="Dominik Weber" userId="274bd9f535d3d9c6" providerId="LiveId" clId="{9BC93ABC-6346-4C34-B919-54BCA30DDF77}" dt="2023-10-15T17:34:24.440" v="305" actId="47"/>
        <pc:sldMkLst>
          <pc:docMk/>
          <pc:sldMk cId="315196629" sldId="265"/>
        </pc:sldMkLst>
      </pc:sldChg>
      <pc:sldChg chg="del">
        <pc:chgData name="Dominik Weber" userId="274bd9f535d3d9c6" providerId="LiveId" clId="{9BC93ABC-6346-4C34-B919-54BCA30DDF77}" dt="2023-10-15T17:34:24.440" v="305" actId="47"/>
        <pc:sldMkLst>
          <pc:docMk/>
          <pc:sldMk cId="1938007174" sldId="266"/>
        </pc:sldMkLst>
      </pc:sldChg>
      <pc:sldChg chg="del">
        <pc:chgData name="Dominik Weber" userId="274bd9f535d3d9c6" providerId="LiveId" clId="{9BC93ABC-6346-4C34-B919-54BCA30DDF77}" dt="2023-10-15T17:34:24.440" v="305" actId="47"/>
        <pc:sldMkLst>
          <pc:docMk/>
          <pc:sldMk cId="2886235448" sldId="267"/>
        </pc:sldMkLst>
      </pc:sldChg>
      <pc:sldChg chg="del">
        <pc:chgData name="Dominik Weber" userId="274bd9f535d3d9c6" providerId="LiveId" clId="{9BC93ABC-6346-4C34-B919-54BCA30DDF77}" dt="2023-10-15T17:34:24.440" v="305" actId="47"/>
        <pc:sldMkLst>
          <pc:docMk/>
          <pc:sldMk cId="3991742267" sldId="268"/>
        </pc:sldMkLst>
      </pc:sldChg>
      <pc:sldChg chg="del">
        <pc:chgData name="Dominik Weber" userId="274bd9f535d3d9c6" providerId="LiveId" clId="{9BC93ABC-6346-4C34-B919-54BCA30DDF77}" dt="2023-10-15T17:34:24.440" v="305" actId="47"/>
        <pc:sldMkLst>
          <pc:docMk/>
          <pc:sldMk cId="729530771" sldId="269"/>
        </pc:sldMkLst>
      </pc:sldChg>
      <pc:sldChg chg="del">
        <pc:chgData name="Dominik Weber" userId="274bd9f535d3d9c6" providerId="LiveId" clId="{9BC93ABC-6346-4C34-B919-54BCA30DDF77}" dt="2023-10-15T17:34:24.440" v="305" actId="47"/>
        <pc:sldMkLst>
          <pc:docMk/>
          <pc:sldMk cId="225824411" sldId="271"/>
        </pc:sldMkLst>
      </pc:sldChg>
      <pc:sldChg chg="del">
        <pc:chgData name="Dominik Weber" userId="274bd9f535d3d9c6" providerId="LiveId" clId="{9BC93ABC-6346-4C34-B919-54BCA30DDF77}" dt="2023-10-15T17:34:24.440" v="305" actId="47"/>
        <pc:sldMkLst>
          <pc:docMk/>
          <pc:sldMk cId="1669199103" sldId="272"/>
        </pc:sldMkLst>
      </pc:sldChg>
      <pc:sldChg chg="del">
        <pc:chgData name="Dominik Weber" userId="274bd9f535d3d9c6" providerId="LiveId" clId="{9BC93ABC-6346-4C34-B919-54BCA30DDF77}" dt="2023-10-15T17:34:24.440" v="305" actId="47"/>
        <pc:sldMkLst>
          <pc:docMk/>
          <pc:sldMk cId="1768013668" sldId="273"/>
        </pc:sldMkLst>
      </pc:sldChg>
      <pc:sldChg chg="del">
        <pc:chgData name="Dominik Weber" userId="274bd9f535d3d9c6" providerId="LiveId" clId="{9BC93ABC-6346-4C34-B919-54BCA30DDF77}" dt="2023-10-15T17:49:56.405" v="789" actId="47"/>
        <pc:sldMkLst>
          <pc:docMk/>
          <pc:sldMk cId="958829922" sldId="276"/>
        </pc:sldMkLst>
      </pc:sldChg>
      <pc:sldChg chg="addSp delSp modSp mod modShow">
        <pc:chgData name="Dominik Weber" userId="274bd9f535d3d9c6" providerId="LiveId" clId="{9BC93ABC-6346-4C34-B919-54BCA30DDF77}" dt="2023-10-15T17:52:42.414" v="856" actId="1076"/>
        <pc:sldMkLst>
          <pc:docMk/>
          <pc:sldMk cId="1357920014" sldId="277"/>
        </pc:sldMkLst>
        <pc:spChg chg="mod">
          <ac:chgData name="Dominik Weber" userId="274bd9f535d3d9c6" providerId="LiveId" clId="{9BC93ABC-6346-4C34-B919-54BCA30DDF77}" dt="2023-10-15T17:44:45.501" v="548" actId="113"/>
          <ac:spMkLst>
            <pc:docMk/>
            <pc:sldMk cId="1357920014" sldId="277"/>
            <ac:spMk id="2" creationId="{8C2BCB27-52D3-9428-E49B-B7726E3266A1}"/>
          </ac:spMkLst>
        </pc:spChg>
        <pc:spChg chg="mod">
          <ac:chgData name="Dominik Weber" userId="274bd9f535d3d9c6" providerId="LiveId" clId="{9BC93ABC-6346-4C34-B919-54BCA30DDF77}" dt="2023-10-15T17:46:21.560" v="552" actId="20577"/>
          <ac:spMkLst>
            <pc:docMk/>
            <pc:sldMk cId="1357920014" sldId="277"/>
            <ac:spMk id="3" creationId="{7DC100E6-3B6E-AB4A-0EDC-8D9FA912C667}"/>
          </ac:spMkLst>
        </pc:spChg>
        <pc:spChg chg="add mod">
          <ac:chgData name="Dominik Weber" userId="274bd9f535d3d9c6" providerId="LiveId" clId="{9BC93ABC-6346-4C34-B919-54BCA30DDF77}" dt="2023-10-15T17:52:06.383" v="852" actId="113"/>
          <ac:spMkLst>
            <pc:docMk/>
            <pc:sldMk cId="1357920014" sldId="277"/>
            <ac:spMk id="5" creationId="{941BBBEF-EB57-4592-BFDE-B67A46FB7D75}"/>
          </ac:spMkLst>
        </pc:spChg>
        <pc:spChg chg="add mod">
          <ac:chgData name="Dominik Weber" userId="274bd9f535d3d9c6" providerId="LiveId" clId="{9BC93ABC-6346-4C34-B919-54BCA30DDF77}" dt="2023-10-15T17:51:37.334" v="825" actId="14100"/>
          <ac:spMkLst>
            <pc:docMk/>
            <pc:sldMk cId="1357920014" sldId="277"/>
            <ac:spMk id="6" creationId="{82DDF8FA-F401-743D-B8C1-57B1F0FFD7D9}"/>
          </ac:spMkLst>
        </pc:spChg>
        <pc:spChg chg="add mod">
          <ac:chgData name="Dominik Weber" userId="274bd9f535d3d9c6" providerId="LiveId" clId="{9BC93ABC-6346-4C34-B919-54BCA30DDF77}" dt="2023-10-15T17:52:05.159" v="851" actId="113"/>
          <ac:spMkLst>
            <pc:docMk/>
            <pc:sldMk cId="1357920014" sldId="277"/>
            <ac:spMk id="11" creationId="{E583D9E9-BA14-E81E-F631-BC0B367648EE}"/>
          </ac:spMkLst>
        </pc:spChg>
        <pc:picChg chg="add mod">
          <ac:chgData name="Dominik Weber" userId="274bd9f535d3d9c6" providerId="LiveId" clId="{9BC93ABC-6346-4C34-B919-54BCA30DDF77}" dt="2023-10-15T17:45:01.181" v="551" actId="1076"/>
          <ac:picMkLst>
            <pc:docMk/>
            <pc:sldMk cId="1357920014" sldId="277"/>
            <ac:picMk id="4" creationId="{6E75A25B-B728-9A0F-E637-0E8C8B8624B4}"/>
          </ac:picMkLst>
        </pc:picChg>
        <pc:picChg chg="add del mod">
          <ac:chgData name="Dominik Weber" userId="274bd9f535d3d9c6" providerId="LiveId" clId="{9BC93ABC-6346-4C34-B919-54BCA30DDF77}" dt="2023-10-15T17:51:38.918" v="826" actId="478"/>
          <ac:picMkLst>
            <pc:docMk/>
            <pc:sldMk cId="1357920014" sldId="277"/>
            <ac:picMk id="8" creationId="{15E27EC8-B88C-3977-0E68-E56E937F4D4C}"/>
          </ac:picMkLst>
        </pc:picChg>
        <pc:picChg chg="add mod">
          <ac:chgData name="Dominik Weber" userId="274bd9f535d3d9c6" providerId="LiveId" clId="{9BC93ABC-6346-4C34-B919-54BCA30DDF77}" dt="2023-10-15T17:51:44.501" v="831" actId="1076"/>
          <ac:picMkLst>
            <pc:docMk/>
            <pc:sldMk cId="1357920014" sldId="277"/>
            <ac:picMk id="10" creationId="{43369583-CC92-6AC3-4AD9-4A54108AF11A}"/>
          </ac:picMkLst>
        </pc:picChg>
        <pc:picChg chg="add mod">
          <ac:chgData name="Dominik Weber" userId="274bd9f535d3d9c6" providerId="LiveId" clId="{9BC93ABC-6346-4C34-B919-54BCA30DDF77}" dt="2023-10-15T17:52:42.414" v="856" actId="1076"/>
          <ac:picMkLst>
            <pc:docMk/>
            <pc:sldMk cId="1357920014" sldId="277"/>
            <ac:picMk id="13" creationId="{8F9CB878-3ED4-3068-390B-EFD4887B7274}"/>
          </ac:picMkLst>
        </pc:picChg>
      </pc:sldChg>
      <pc:sldChg chg="del">
        <pc:chgData name="Dominik Weber" userId="274bd9f535d3d9c6" providerId="LiveId" clId="{9BC93ABC-6346-4C34-B919-54BCA30DDF77}" dt="2023-10-15T17:34:24.440" v="305" actId="47"/>
        <pc:sldMkLst>
          <pc:docMk/>
          <pc:sldMk cId="1689265822" sldId="278"/>
        </pc:sldMkLst>
      </pc:sldChg>
      <pc:sldChg chg="modSp mod">
        <pc:chgData name="Dominik Weber" userId="274bd9f535d3d9c6" providerId="LiveId" clId="{9BC93ABC-6346-4C34-B919-54BCA30DDF77}" dt="2023-10-15T17:24:09.686" v="106" actId="20577"/>
        <pc:sldMkLst>
          <pc:docMk/>
          <pc:sldMk cId="2516319080" sldId="279"/>
        </pc:sldMkLst>
        <pc:spChg chg="mod">
          <ac:chgData name="Dominik Weber" userId="274bd9f535d3d9c6" providerId="LiveId" clId="{9BC93ABC-6346-4C34-B919-54BCA30DDF77}" dt="2023-10-15T17:24:09.686" v="106" actId="20577"/>
          <ac:spMkLst>
            <pc:docMk/>
            <pc:sldMk cId="2516319080" sldId="279"/>
            <ac:spMk id="4" creationId="{0B2A6051-6A0E-8E3A-1606-C7EACA3AA1E0}"/>
          </ac:spMkLst>
        </pc:spChg>
      </pc:sldChg>
      <pc:sldChg chg="modSp add modAnim">
        <pc:chgData name="Dominik Weber" userId="274bd9f535d3d9c6" providerId="LiveId" clId="{9BC93ABC-6346-4C34-B919-54BCA30DDF77}" dt="2023-10-15T18:16:07.893" v="1304"/>
        <pc:sldMkLst>
          <pc:docMk/>
          <pc:sldMk cId="3426004556" sldId="280"/>
        </pc:sldMkLst>
        <pc:spChg chg="mod">
          <ac:chgData name="Dominik Weber" userId="274bd9f535d3d9c6" providerId="LiveId" clId="{9BC93ABC-6346-4C34-B919-54BCA30DDF77}" dt="2023-10-15T18:16:07.893" v="1304"/>
          <ac:spMkLst>
            <pc:docMk/>
            <pc:sldMk cId="3426004556" sldId="280"/>
            <ac:spMk id="10" creationId="{1009F5A5-2EC8-DB6A-BF45-2E77A1DB6F4F}"/>
          </ac:spMkLst>
        </pc:spChg>
        <pc:cxnChg chg="mod">
          <ac:chgData name="Dominik Weber" userId="274bd9f535d3d9c6" providerId="LiveId" clId="{9BC93ABC-6346-4C34-B919-54BCA30DDF77}" dt="2023-10-15T18:04:03.462" v="977" actId="20577"/>
          <ac:cxnSpMkLst>
            <pc:docMk/>
            <pc:sldMk cId="3426004556" sldId="280"/>
            <ac:cxnSpMk id="14" creationId="{0CB25EC0-88E4-E243-A02C-186DC29BA617}"/>
          </ac:cxnSpMkLst>
        </pc:cxnChg>
      </pc:sldChg>
      <pc:sldChg chg="addSp delSp modSp add mod modTransition modAnim">
        <pc:chgData name="Dominik Weber" userId="274bd9f535d3d9c6" providerId="LiveId" clId="{9BC93ABC-6346-4C34-B919-54BCA30DDF77}" dt="2023-10-15T18:13:23.572" v="1251" actId="478"/>
        <pc:sldMkLst>
          <pc:docMk/>
          <pc:sldMk cId="4156210756" sldId="281"/>
        </pc:sldMkLst>
        <pc:spChg chg="mod">
          <ac:chgData name="Dominik Weber" userId="274bd9f535d3d9c6" providerId="LiveId" clId="{9BC93ABC-6346-4C34-B919-54BCA30DDF77}" dt="2023-10-15T18:09:33.863" v="1162" actId="20577"/>
          <ac:spMkLst>
            <pc:docMk/>
            <pc:sldMk cId="4156210756" sldId="281"/>
            <ac:spMk id="2" creationId="{8C2BCB27-52D3-9428-E49B-B7726E3266A1}"/>
          </ac:spMkLst>
        </pc:spChg>
        <pc:spChg chg="add mod">
          <ac:chgData name="Dominik Weber" userId="274bd9f535d3d9c6" providerId="LiveId" clId="{9BC93ABC-6346-4C34-B919-54BCA30DDF77}" dt="2023-10-15T17:40:18.277" v="495" actId="1076"/>
          <ac:spMkLst>
            <pc:docMk/>
            <pc:sldMk cId="4156210756" sldId="281"/>
            <ac:spMk id="3" creationId="{6731A0B9-0E9C-4159-F378-FE71C30FC575}"/>
          </ac:spMkLst>
        </pc:spChg>
        <pc:spChg chg="add mod">
          <ac:chgData name="Dominik Weber" userId="274bd9f535d3d9c6" providerId="LiveId" clId="{9BC93ABC-6346-4C34-B919-54BCA30DDF77}" dt="2023-10-15T17:40:24.302" v="499" actId="20577"/>
          <ac:spMkLst>
            <pc:docMk/>
            <pc:sldMk cId="4156210756" sldId="281"/>
            <ac:spMk id="6" creationId="{8B5DF305-5359-03A4-5B74-745A5990C654}"/>
          </ac:spMkLst>
        </pc:spChg>
        <pc:spChg chg="del">
          <ac:chgData name="Dominik Weber" userId="274bd9f535d3d9c6" providerId="LiveId" clId="{9BC93ABC-6346-4C34-B919-54BCA30DDF77}" dt="2023-10-15T17:39:47.669" v="478" actId="478"/>
          <ac:spMkLst>
            <pc:docMk/>
            <pc:sldMk cId="4156210756" sldId="281"/>
            <ac:spMk id="8" creationId="{0B9E4F21-E4F1-B320-839C-18D1B1C5D898}"/>
          </ac:spMkLst>
        </pc:spChg>
        <pc:spChg chg="del">
          <ac:chgData name="Dominik Weber" userId="274bd9f535d3d9c6" providerId="LiveId" clId="{9BC93ABC-6346-4C34-B919-54BCA30DDF77}" dt="2023-10-15T18:13:23.572" v="1251" actId="478"/>
          <ac:spMkLst>
            <pc:docMk/>
            <pc:sldMk cId="4156210756" sldId="281"/>
            <ac:spMk id="9" creationId="{B936DC48-58EE-7E1B-9984-8B8016D84E40}"/>
          </ac:spMkLst>
        </pc:spChg>
        <pc:spChg chg="add mod">
          <ac:chgData name="Dominik Weber" userId="274bd9f535d3d9c6" providerId="LiveId" clId="{9BC93ABC-6346-4C34-B919-54BCA30DDF77}" dt="2023-10-15T17:40:30.757" v="503" actId="20577"/>
          <ac:spMkLst>
            <pc:docMk/>
            <pc:sldMk cId="4156210756" sldId="281"/>
            <ac:spMk id="10" creationId="{12EA1FDB-5063-9F3B-076B-A67B425208C1}"/>
          </ac:spMkLst>
        </pc:spChg>
        <pc:spChg chg="del">
          <ac:chgData name="Dominik Weber" userId="274bd9f535d3d9c6" providerId="LiveId" clId="{9BC93ABC-6346-4C34-B919-54BCA30DDF77}" dt="2023-10-15T17:39:48.772" v="480" actId="478"/>
          <ac:spMkLst>
            <pc:docMk/>
            <pc:sldMk cId="4156210756" sldId="281"/>
            <ac:spMk id="11" creationId="{A58E107E-0F1A-8F49-EE6F-737C6BD70D03}"/>
          </ac:spMkLst>
        </pc:spChg>
        <pc:spChg chg="add mod">
          <ac:chgData name="Dominik Weber" userId="274bd9f535d3d9c6" providerId="LiveId" clId="{9BC93ABC-6346-4C34-B919-54BCA30DDF77}" dt="2023-10-15T17:40:39.660" v="511" actId="1076"/>
          <ac:spMkLst>
            <pc:docMk/>
            <pc:sldMk cId="4156210756" sldId="281"/>
            <ac:spMk id="12" creationId="{8818209B-04D5-44DB-8202-9CC9248024EF}"/>
          </ac:spMkLst>
        </pc:spChg>
        <pc:spChg chg="add mod">
          <ac:chgData name="Dominik Weber" userId="274bd9f535d3d9c6" providerId="LiveId" clId="{9BC93ABC-6346-4C34-B919-54BCA30DDF77}" dt="2023-10-15T17:40:49.036" v="517" actId="1076"/>
          <ac:spMkLst>
            <pc:docMk/>
            <pc:sldMk cId="4156210756" sldId="281"/>
            <ac:spMk id="14" creationId="{E889EDBD-4931-B974-4FA2-AF46F73F61B9}"/>
          </ac:spMkLst>
        </pc:spChg>
        <pc:spChg chg="add mod">
          <ac:chgData name="Dominik Weber" userId="274bd9f535d3d9c6" providerId="LiveId" clId="{9BC93ABC-6346-4C34-B919-54BCA30DDF77}" dt="2023-10-15T17:41:50.005" v="528" actId="3062"/>
          <ac:spMkLst>
            <pc:docMk/>
            <pc:sldMk cId="4156210756" sldId="281"/>
            <ac:spMk id="16" creationId="{68EBAF94-9764-4E76-6315-50736BC291F9}"/>
          </ac:spMkLst>
        </pc:spChg>
        <pc:spChg chg="add mod">
          <ac:chgData name="Dominik Weber" userId="274bd9f535d3d9c6" providerId="LiveId" clId="{9BC93ABC-6346-4C34-B919-54BCA30DDF77}" dt="2023-10-15T18:13:23.572" v="1251" actId="478"/>
          <ac:spMkLst>
            <pc:docMk/>
            <pc:sldMk cId="4156210756" sldId="281"/>
            <ac:spMk id="18" creationId="{91A0AC38-A0E0-6E2E-A91D-533C1B13EB8F}"/>
          </ac:spMkLst>
        </pc:spChg>
        <pc:cxnChg chg="del">
          <ac:chgData name="Dominik Weber" userId="274bd9f535d3d9c6" providerId="LiveId" clId="{9BC93ABC-6346-4C34-B919-54BCA30DDF77}" dt="2023-10-15T17:39:48.437" v="479" actId="478"/>
          <ac:cxnSpMkLst>
            <pc:docMk/>
            <pc:sldMk cId="4156210756" sldId="281"/>
            <ac:cxnSpMk id="13" creationId="{B47CC671-B530-5147-CA6B-3B95A596D1B4}"/>
          </ac:cxnSpMkLst>
        </pc:cxnChg>
      </pc:sldChg>
      <pc:sldChg chg="addSp delSp modSp new mod modTransition">
        <pc:chgData name="Dominik Weber" userId="274bd9f535d3d9c6" providerId="LiveId" clId="{9BC93ABC-6346-4C34-B919-54BCA30DDF77}" dt="2023-10-15T18:11:50.174" v="1240" actId="14734"/>
        <pc:sldMkLst>
          <pc:docMk/>
          <pc:sldMk cId="3055998409" sldId="282"/>
        </pc:sldMkLst>
        <pc:spChg chg="mod">
          <ac:chgData name="Dominik Weber" userId="274bd9f535d3d9c6" providerId="LiveId" clId="{9BC93ABC-6346-4C34-B919-54BCA30DDF77}" dt="2023-10-15T18:09:41.131" v="1163"/>
          <ac:spMkLst>
            <pc:docMk/>
            <pc:sldMk cId="3055998409" sldId="282"/>
            <ac:spMk id="2" creationId="{A9B7A347-813F-5252-93B0-F2A1AA644FCC}"/>
          </ac:spMkLst>
        </pc:spChg>
        <pc:spChg chg="del">
          <ac:chgData name="Dominik Weber" userId="274bd9f535d3d9c6" providerId="LiveId" clId="{9BC93ABC-6346-4C34-B919-54BCA30DDF77}" dt="2023-10-15T18:04:57.367" v="986" actId="478"/>
          <ac:spMkLst>
            <pc:docMk/>
            <pc:sldMk cId="3055998409" sldId="282"/>
            <ac:spMk id="3" creationId="{D76FED16-51D7-1953-A7A0-F9A71A1A2416}"/>
          </ac:spMkLst>
        </pc:spChg>
        <pc:spChg chg="add mod">
          <ac:chgData name="Dominik Weber" userId="274bd9f535d3d9c6" providerId="LiveId" clId="{9BC93ABC-6346-4C34-B919-54BCA30DDF77}" dt="2023-10-15T18:05:21.990" v="1019" actId="1036"/>
          <ac:spMkLst>
            <pc:docMk/>
            <pc:sldMk cId="3055998409" sldId="282"/>
            <ac:spMk id="4" creationId="{48E43E26-AB5C-033B-4E08-387CDB9927C4}"/>
          </ac:spMkLst>
        </pc:spChg>
        <pc:spChg chg="add mod">
          <ac:chgData name="Dominik Weber" userId="274bd9f535d3d9c6" providerId="LiveId" clId="{9BC93ABC-6346-4C34-B919-54BCA30DDF77}" dt="2023-10-15T18:05:23.854" v="1020" actId="1076"/>
          <ac:spMkLst>
            <pc:docMk/>
            <pc:sldMk cId="3055998409" sldId="282"/>
            <ac:spMk id="5" creationId="{4AB1F3D7-B9B5-E7AF-CCF6-4982F030C376}"/>
          </ac:spMkLst>
        </pc:spChg>
        <pc:spChg chg="add mod">
          <ac:chgData name="Dominik Weber" userId="274bd9f535d3d9c6" providerId="LiveId" clId="{9BC93ABC-6346-4C34-B919-54BCA30DDF77}" dt="2023-10-15T18:05:21.990" v="1019" actId="1036"/>
          <ac:spMkLst>
            <pc:docMk/>
            <pc:sldMk cId="3055998409" sldId="282"/>
            <ac:spMk id="6" creationId="{C0545FD0-59F0-2809-6F58-1E2D5D271EBA}"/>
          </ac:spMkLst>
        </pc:spChg>
        <pc:spChg chg="add del mod">
          <ac:chgData name="Dominik Weber" userId="274bd9f535d3d9c6" providerId="LiveId" clId="{9BC93ABC-6346-4C34-B919-54BCA30DDF77}" dt="2023-10-15T18:05:59.159" v="1048" actId="478"/>
          <ac:spMkLst>
            <pc:docMk/>
            <pc:sldMk cId="3055998409" sldId="282"/>
            <ac:spMk id="9" creationId="{FB20205E-8D95-A83C-1AED-C9D17E334FA8}"/>
          </ac:spMkLst>
        </pc:spChg>
        <pc:graphicFrameChg chg="add mod modGraphic">
          <ac:chgData name="Dominik Weber" userId="274bd9f535d3d9c6" providerId="LiveId" clId="{9BC93ABC-6346-4C34-B919-54BCA30DDF77}" dt="2023-10-15T18:11:50.174" v="1240" actId="14734"/>
          <ac:graphicFrameMkLst>
            <pc:docMk/>
            <pc:sldMk cId="3055998409" sldId="282"/>
            <ac:graphicFrameMk id="10" creationId="{089B6D76-E553-7E62-965C-C76DD15A024A}"/>
          </ac:graphicFrameMkLst>
        </pc:graphicFrameChg>
        <pc:cxnChg chg="add mod">
          <ac:chgData name="Dominik Weber" userId="274bd9f535d3d9c6" providerId="LiveId" clId="{9BC93ABC-6346-4C34-B919-54BCA30DDF77}" dt="2023-10-15T18:05:26.438" v="1021" actId="14100"/>
          <ac:cxnSpMkLst>
            <pc:docMk/>
            <pc:sldMk cId="3055998409" sldId="282"/>
            <ac:cxnSpMk id="7" creationId="{1988FFE0-53BD-2B35-C349-05B13F2C5DC7}"/>
          </ac:cxnSpMkLst>
        </pc:cxnChg>
      </pc:sldChg>
      <pc:sldChg chg="modSp add del mod">
        <pc:chgData name="Dominik Weber" userId="274bd9f535d3d9c6" providerId="LiveId" clId="{9BC93ABC-6346-4C34-B919-54BCA30DDF77}" dt="2023-10-15T18:08:28.985" v="1147" actId="47"/>
        <pc:sldMkLst>
          <pc:docMk/>
          <pc:sldMk cId="191485505" sldId="283"/>
        </pc:sldMkLst>
        <pc:graphicFrameChg chg="modGraphic">
          <ac:chgData name="Dominik Weber" userId="274bd9f535d3d9c6" providerId="LiveId" clId="{9BC93ABC-6346-4C34-B919-54BCA30DDF77}" dt="2023-10-15T18:08:00.879" v="1123" actId="20577"/>
          <ac:graphicFrameMkLst>
            <pc:docMk/>
            <pc:sldMk cId="191485505" sldId="283"/>
            <ac:graphicFrameMk id="10" creationId="{089B6D76-E553-7E62-965C-C76DD15A024A}"/>
          </ac:graphicFrameMkLst>
        </pc:graphicFrameChg>
      </pc:sldChg>
      <pc:sldChg chg="delSp modSp add del mod">
        <pc:chgData name="Dominik Weber" userId="274bd9f535d3d9c6" providerId="LiveId" clId="{9BC93ABC-6346-4C34-B919-54BCA30DDF77}" dt="2023-10-15T18:01:48.527" v="905" actId="47"/>
        <pc:sldMkLst>
          <pc:docMk/>
          <pc:sldMk cId="236638087" sldId="283"/>
        </pc:sldMkLst>
        <pc:spChg chg="del">
          <ac:chgData name="Dominik Weber" userId="274bd9f535d3d9c6" providerId="LiveId" clId="{9BC93ABC-6346-4C34-B919-54BCA30DDF77}" dt="2023-10-15T18:01:23.207" v="903" actId="478"/>
          <ac:spMkLst>
            <pc:docMk/>
            <pc:sldMk cId="236638087" sldId="283"/>
            <ac:spMk id="5" creationId="{80DEA7F2-FB12-0365-8933-B51EE8F8E7A0}"/>
          </ac:spMkLst>
        </pc:spChg>
        <pc:cxnChg chg="del mod">
          <ac:chgData name="Dominik Weber" userId="274bd9f535d3d9c6" providerId="LiveId" clId="{9BC93ABC-6346-4C34-B919-54BCA30DDF77}" dt="2023-10-15T18:01:23.735" v="904" actId="478"/>
          <ac:cxnSpMkLst>
            <pc:docMk/>
            <pc:sldMk cId="236638087" sldId="283"/>
            <ac:cxnSpMk id="15" creationId="{3BDCAAE9-F5F7-68A0-BBF6-2B5BB78627AA}"/>
          </ac:cxnSpMkLst>
        </pc:cxnChg>
      </pc:sldChg>
      <pc:sldChg chg="addSp modSp new mod">
        <pc:chgData name="Dominik Weber" userId="274bd9f535d3d9c6" providerId="LiveId" clId="{9BC93ABC-6346-4C34-B919-54BCA30DDF77}" dt="2023-10-15T18:22:02.601" v="1437" actId="27636"/>
        <pc:sldMkLst>
          <pc:docMk/>
          <pc:sldMk cId="1449139293" sldId="283"/>
        </pc:sldMkLst>
        <pc:spChg chg="mod">
          <ac:chgData name="Dominik Weber" userId="274bd9f535d3d9c6" providerId="LiveId" clId="{9BC93ABC-6346-4C34-B919-54BCA30DDF77}" dt="2023-10-15T18:09:47.966" v="1195" actId="20577"/>
          <ac:spMkLst>
            <pc:docMk/>
            <pc:sldMk cId="1449139293" sldId="283"/>
            <ac:spMk id="2" creationId="{4FF38F1D-5662-1A91-B607-F38C56F8A662}"/>
          </ac:spMkLst>
        </pc:spChg>
        <pc:spChg chg="mod">
          <ac:chgData name="Dominik Weber" userId="274bd9f535d3d9c6" providerId="LiveId" clId="{9BC93ABC-6346-4C34-B919-54BCA30DDF77}" dt="2023-10-15T18:22:02.601" v="1437" actId="27636"/>
          <ac:spMkLst>
            <pc:docMk/>
            <pc:sldMk cId="1449139293" sldId="283"/>
            <ac:spMk id="3" creationId="{3BAE9E08-0101-7BA9-076B-D70720CFAEBE}"/>
          </ac:spMkLst>
        </pc:spChg>
        <pc:picChg chg="add mod">
          <ac:chgData name="Dominik Weber" userId="274bd9f535d3d9c6" providerId="LiveId" clId="{9BC93ABC-6346-4C34-B919-54BCA30DDF77}" dt="2023-10-15T18:17:32.423" v="1338" actId="1076"/>
          <ac:picMkLst>
            <pc:docMk/>
            <pc:sldMk cId="1449139293" sldId="283"/>
            <ac:picMk id="5" creationId="{1D50960A-A3D3-936B-1D42-0A1B04A42076}"/>
          </ac:picMkLst>
        </pc:picChg>
      </pc:sldChg>
      <pc:sldChg chg="modSp add mod">
        <pc:chgData name="Dominik Weber" userId="274bd9f535d3d9c6" providerId="LiveId" clId="{9BC93ABC-6346-4C34-B919-54BCA30DDF77}" dt="2023-10-15T18:11:54.230" v="1241" actId="14734"/>
        <pc:sldMkLst>
          <pc:docMk/>
          <pc:sldMk cId="476903816" sldId="284"/>
        </pc:sldMkLst>
        <pc:graphicFrameChg chg="modGraphic">
          <ac:chgData name="Dominik Weber" userId="274bd9f535d3d9c6" providerId="LiveId" clId="{9BC93ABC-6346-4C34-B919-54BCA30DDF77}" dt="2023-10-15T18:11:54.230" v="1241" actId="14734"/>
          <ac:graphicFrameMkLst>
            <pc:docMk/>
            <pc:sldMk cId="476903816" sldId="284"/>
            <ac:graphicFrameMk id="10" creationId="{089B6D76-E553-7E62-965C-C76DD15A024A}"/>
          </ac:graphicFrameMkLst>
        </pc:graphicFrameChg>
      </pc:sldChg>
      <pc:sldChg chg="modSp add del mod">
        <pc:chgData name="Dominik Weber" userId="274bd9f535d3d9c6" providerId="LiveId" clId="{9BC93ABC-6346-4C34-B919-54BCA30DDF77}" dt="2023-10-15T18:08:28.037" v="1146" actId="47"/>
        <pc:sldMkLst>
          <pc:docMk/>
          <pc:sldMk cId="2831708908" sldId="284"/>
        </pc:sldMkLst>
        <pc:graphicFrameChg chg="modGraphic">
          <ac:chgData name="Dominik Weber" userId="274bd9f535d3d9c6" providerId="LiveId" clId="{9BC93ABC-6346-4C34-B919-54BCA30DDF77}" dt="2023-10-15T18:08:23.727" v="1145" actId="20577"/>
          <ac:graphicFrameMkLst>
            <pc:docMk/>
            <pc:sldMk cId="2831708908" sldId="284"/>
            <ac:graphicFrameMk id="10" creationId="{089B6D76-E553-7E62-965C-C76DD15A024A}"/>
          </ac:graphicFrameMkLst>
        </pc:graphicFrameChg>
      </pc:sldChg>
      <pc:sldChg chg="modSp add mod modTransition">
        <pc:chgData name="Dominik Weber" userId="274bd9f535d3d9c6" providerId="LiveId" clId="{9BC93ABC-6346-4C34-B919-54BCA30DDF77}" dt="2023-10-15T18:14:26.542" v="1260"/>
        <pc:sldMkLst>
          <pc:docMk/>
          <pc:sldMk cId="3601434194" sldId="285"/>
        </pc:sldMkLst>
        <pc:graphicFrameChg chg="modGraphic">
          <ac:chgData name="Dominik Weber" userId="274bd9f535d3d9c6" providerId="LiveId" clId="{9BC93ABC-6346-4C34-B919-54BCA30DDF77}" dt="2023-10-15T18:14:18.718" v="1259" actId="20577"/>
          <ac:graphicFrameMkLst>
            <pc:docMk/>
            <pc:sldMk cId="3601434194" sldId="285"/>
            <ac:graphicFrameMk id="10" creationId="{089B6D76-E553-7E62-965C-C76DD15A024A}"/>
          </ac:graphicFrameMkLst>
        </pc:graphicFrameChg>
      </pc:sldChg>
      <pc:sldChg chg="modSp add del mod">
        <pc:chgData name="Dominik Weber" userId="274bd9f535d3d9c6" providerId="LiveId" clId="{9BC93ABC-6346-4C34-B919-54BCA30DDF77}" dt="2023-10-15T18:14:09.837" v="1253" actId="47"/>
        <pc:sldMkLst>
          <pc:docMk/>
          <pc:sldMk cId="4036436325" sldId="285"/>
        </pc:sldMkLst>
        <pc:graphicFrameChg chg="modGraphic">
          <ac:chgData name="Dominik Weber" userId="274bd9f535d3d9c6" providerId="LiveId" clId="{9BC93ABC-6346-4C34-B919-54BCA30DDF77}" dt="2023-10-15T18:11:57.670" v="1242" actId="14734"/>
          <ac:graphicFrameMkLst>
            <pc:docMk/>
            <pc:sldMk cId="4036436325" sldId="285"/>
            <ac:graphicFrameMk id="10" creationId="{089B6D76-E553-7E62-965C-C76DD15A024A}"/>
          </ac:graphicFrameMkLst>
        </pc:graphicFrameChg>
      </pc:sldChg>
      <pc:sldChg chg="modSp add mod">
        <pc:chgData name="Dominik Weber" userId="274bd9f535d3d9c6" providerId="LiveId" clId="{9BC93ABC-6346-4C34-B919-54BCA30DDF77}" dt="2023-10-15T18:14:36.647" v="1265" actId="20577"/>
        <pc:sldMkLst>
          <pc:docMk/>
          <pc:sldMk cId="2758369868" sldId="286"/>
        </pc:sldMkLst>
        <pc:graphicFrameChg chg="modGraphic">
          <ac:chgData name="Dominik Weber" userId="274bd9f535d3d9c6" providerId="LiveId" clId="{9BC93ABC-6346-4C34-B919-54BCA30DDF77}" dt="2023-10-15T18:14:36.647" v="1265" actId="20577"/>
          <ac:graphicFrameMkLst>
            <pc:docMk/>
            <pc:sldMk cId="2758369868" sldId="286"/>
            <ac:graphicFrameMk id="10" creationId="{089B6D76-E553-7E62-965C-C76DD15A024A}"/>
          </ac:graphicFrameMkLst>
        </pc:graphicFrameChg>
      </pc:sldChg>
      <pc:sldChg chg="modSp add del mod">
        <pc:chgData name="Dominik Weber" userId="274bd9f535d3d9c6" providerId="LiveId" clId="{9BC93ABC-6346-4C34-B919-54BCA30DDF77}" dt="2023-10-15T18:14:10.415" v="1254" actId="47"/>
        <pc:sldMkLst>
          <pc:docMk/>
          <pc:sldMk cId="3169027379" sldId="286"/>
        </pc:sldMkLst>
        <pc:graphicFrameChg chg="modGraphic">
          <ac:chgData name="Dominik Weber" userId="274bd9f535d3d9c6" providerId="LiveId" clId="{9BC93ABC-6346-4C34-B919-54BCA30DDF77}" dt="2023-10-15T18:12:00.518" v="1243" actId="14734"/>
          <ac:graphicFrameMkLst>
            <pc:docMk/>
            <pc:sldMk cId="3169027379" sldId="286"/>
            <ac:graphicFrameMk id="10" creationId="{089B6D76-E553-7E62-965C-C76DD15A024A}"/>
          </ac:graphicFrameMkLst>
        </pc:graphicFrameChg>
      </pc:sldChg>
      <pc:sldChg chg="addSp modSp add del mod">
        <pc:chgData name="Dominik Weber" userId="274bd9f535d3d9c6" providerId="LiveId" clId="{9BC93ABC-6346-4C34-B919-54BCA30DDF77}" dt="2023-10-15T18:14:07.743" v="1252" actId="47"/>
        <pc:sldMkLst>
          <pc:docMk/>
          <pc:sldMk cId="1070584192" sldId="287"/>
        </pc:sldMkLst>
        <pc:spChg chg="add mod">
          <ac:chgData name="Dominik Weber" userId="274bd9f535d3d9c6" providerId="LiveId" clId="{9BC93ABC-6346-4C34-B919-54BCA30DDF77}" dt="2023-10-15T18:12:37.599" v="1250" actId="1076"/>
          <ac:spMkLst>
            <pc:docMk/>
            <pc:sldMk cId="1070584192" sldId="287"/>
            <ac:spMk id="3" creationId="{78D3E012-7C84-1877-66AC-AC86DCA211FA}"/>
          </ac:spMkLst>
        </pc:spChg>
        <pc:graphicFrameChg chg="modGraphic">
          <ac:chgData name="Dominik Weber" userId="274bd9f535d3d9c6" providerId="LiveId" clId="{9BC93ABC-6346-4C34-B919-54BCA30DDF77}" dt="2023-10-15T18:12:03.310" v="1244" actId="14734"/>
          <ac:graphicFrameMkLst>
            <pc:docMk/>
            <pc:sldMk cId="1070584192" sldId="287"/>
            <ac:graphicFrameMk id="10" creationId="{089B6D76-E553-7E62-965C-C76DD15A024A}"/>
          </ac:graphicFrameMkLst>
        </pc:graphicFrameChg>
      </pc:sldChg>
      <pc:sldChg chg="modSp add mod modTransition">
        <pc:chgData name="Dominik Weber" userId="274bd9f535d3d9c6" providerId="LiveId" clId="{9BC93ABC-6346-4C34-B919-54BCA30DDF77}" dt="2023-10-15T18:15:00.439" v="1272" actId="20577"/>
        <pc:sldMkLst>
          <pc:docMk/>
          <pc:sldMk cId="1975893522" sldId="287"/>
        </pc:sldMkLst>
        <pc:graphicFrameChg chg="modGraphic">
          <ac:chgData name="Dominik Weber" userId="274bd9f535d3d9c6" providerId="LiveId" clId="{9BC93ABC-6346-4C34-B919-54BCA30DDF77}" dt="2023-10-15T18:15:00.439" v="1272" actId="20577"/>
          <ac:graphicFrameMkLst>
            <pc:docMk/>
            <pc:sldMk cId="1975893522" sldId="287"/>
            <ac:graphicFrameMk id="10" creationId="{089B6D76-E553-7E62-965C-C76DD15A024A}"/>
          </ac:graphicFrameMkLst>
        </pc:graphicFrameChg>
      </pc:sldChg>
      <pc:sldChg chg="addSp delSp modSp add mod modAnim">
        <pc:chgData name="Dominik Weber" userId="274bd9f535d3d9c6" providerId="LiveId" clId="{9BC93ABC-6346-4C34-B919-54BCA30DDF77}" dt="2023-10-15T18:22:42.212" v="1479"/>
        <pc:sldMkLst>
          <pc:docMk/>
          <pc:sldMk cId="4221577687" sldId="288"/>
        </pc:sldMkLst>
        <pc:spChg chg="mod">
          <ac:chgData name="Dominik Weber" userId="274bd9f535d3d9c6" providerId="LiveId" clId="{9BC93ABC-6346-4C34-B919-54BCA30DDF77}" dt="2023-10-15T18:22:15.452" v="1477" actId="27636"/>
          <ac:spMkLst>
            <pc:docMk/>
            <pc:sldMk cId="4221577687" sldId="288"/>
            <ac:spMk id="3" creationId="{3BAE9E08-0101-7BA9-076B-D70720CFAEBE}"/>
          </ac:spMkLst>
        </pc:spChg>
        <pc:spChg chg="add mod">
          <ac:chgData name="Dominik Weber" userId="274bd9f535d3d9c6" providerId="LiveId" clId="{9BC93ABC-6346-4C34-B919-54BCA30DDF77}" dt="2023-10-15T18:19:41.918" v="1393" actId="1076"/>
          <ac:spMkLst>
            <pc:docMk/>
            <pc:sldMk cId="4221577687" sldId="288"/>
            <ac:spMk id="7" creationId="{3A594DC2-77B3-DC44-53E7-C0CD47613931}"/>
          </ac:spMkLst>
        </pc:spChg>
        <pc:spChg chg="add mod">
          <ac:chgData name="Dominik Weber" userId="274bd9f535d3d9c6" providerId="LiveId" clId="{9BC93ABC-6346-4C34-B919-54BCA30DDF77}" dt="2023-10-15T18:19:43.938" v="1394" actId="13822"/>
          <ac:spMkLst>
            <pc:docMk/>
            <pc:sldMk cId="4221577687" sldId="288"/>
            <ac:spMk id="8" creationId="{37A91DF5-7620-50D3-F7A3-E08A4F4272B9}"/>
          </ac:spMkLst>
        </pc:spChg>
        <pc:spChg chg="add del">
          <ac:chgData name="Dominik Weber" userId="274bd9f535d3d9c6" providerId="LiveId" clId="{9BC93ABC-6346-4C34-B919-54BCA30DDF77}" dt="2023-10-15T18:20:59.241" v="1397" actId="478"/>
          <ac:spMkLst>
            <pc:docMk/>
            <pc:sldMk cId="4221577687" sldId="288"/>
            <ac:spMk id="9" creationId="{2C61B979-9BC3-C7C9-7546-FADF433876FA}"/>
          </ac:spMkLst>
        </pc:spChg>
        <pc:picChg chg="del">
          <ac:chgData name="Dominik Weber" userId="274bd9f535d3d9c6" providerId="LiveId" clId="{9BC93ABC-6346-4C34-B919-54BCA30DDF77}" dt="2023-10-15T18:17:49.616" v="1352" actId="478"/>
          <ac:picMkLst>
            <pc:docMk/>
            <pc:sldMk cId="4221577687" sldId="288"/>
            <ac:picMk id="5" creationId="{1D50960A-A3D3-936B-1D42-0A1B04A42076}"/>
          </ac:picMkLst>
        </pc:picChg>
        <pc:picChg chg="add mod">
          <ac:chgData name="Dominik Weber" userId="274bd9f535d3d9c6" providerId="LiveId" clId="{9BC93ABC-6346-4C34-B919-54BCA30DDF77}" dt="2023-10-15T18:18:56.750" v="1370" actId="1076"/>
          <ac:picMkLst>
            <pc:docMk/>
            <pc:sldMk cId="4221577687" sldId="288"/>
            <ac:picMk id="6" creationId="{E567219B-9D0E-187A-7973-DDD6CE17559C}"/>
          </ac:picMkLst>
        </pc:picChg>
        <pc:picChg chg="add mod">
          <ac:chgData name="Dominik Weber" userId="274bd9f535d3d9c6" providerId="LiveId" clId="{9BC93ABC-6346-4C34-B919-54BCA30DDF77}" dt="2023-10-15T18:21:07.518" v="1400" actId="1076"/>
          <ac:picMkLst>
            <pc:docMk/>
            <pc:sldMk cId="4221577687" sldId="288"/>
            <ac:picMk id="1028" creationId="{2CD3752C-BACF-ED1A-8331-931F92332FB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9A251-CBDF-4B3E-9A1B-442BB495FA9A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8B39AF-6CB5-4CF3-B869-FB1129A0C75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2812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21E4042-D74B-484D-9D55-DA950A2BE697}" type="datetime1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AE1DA95-00BA-40EC-8D9E-1A92E66E593D}" type="slidenum">
              <a:rPr lang="en-GB" smtClean="0"/>
              <a:t>‹Nr.›</a:t>
            </a:fld>
            <a:endParaRPr lang="en-GB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878385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0D5B7-1E12-4114-A8C0-52CC510A4FC3}" type="datetime1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DA95-00BA-40EC-8D9E-1A92E66E593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306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E9F2DB-8285-4917-BE08-4B6E37B19DF7}" type="datetime1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AE1DA95-00BA-40EC-8D9E-1A92E66E593D}" type="slidenum">
              <a:rPr lang="en-GB" smtClean="0"/>
              <a:t>‹Nr.›</a:t>
            </a:fld>
            <a:endParaRPr lang="en-GB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653472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304A8-F920-49E2-B3AE-3E8F8A45FA54}" type="datetime1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DA95-00BA-40EC-8D9E-1A92E66E593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8560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E7452-01A9-40EB-87B7-79AD7042C021}" type="datetime1">
              <a:rPr lang="en-GB" smtClean="0"/>
              <a:t>10/11/2025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DA95-00BA-40EC-8D9E-1A92E66E593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654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94F89-A814-4E97-8AE3-BAF5501CEA32}" type="datetime1">
              <a:rPr lang="en-GB" smtClean="0"/>
              <a:t>10/11/2025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DA95-00BA-40EC-8D9E-1A92E66E593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978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2F22F-A7AB-480E-B9D8-AC340ED6B8E0}" type="datetime1">
              <a:rPr lang="en-GB" smtClean="0"/>
              <a:t>10/11/2025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DA95-00BA-40EC-8D9E-1A92E66E593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927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AF8EA1-2B4F-4438-9C80-A271F7839759}" type="datetime1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AE1DA95-00BA-40EC-8D9E-1A92E66E593D}" type="slidenum">
              <a:rPr lang="en-GB" smtClean="0"/>
              <a:t>‹Nr.›</a:t>
            </a:fld>
            <a:endParaRPr lang="en-GB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28902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4E5C8F-D4F0-4695-A016-FA6E475FF41E}" type="datetime1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AE1DA95-00BA-40EC-8D9E-1A92E66E593D}" type="slidenum">
              <a:rPr lang="en-GB" smtClean="0"/>
              <a:t>‹Nr.›</a:t>
            </a:fld>
            <a:endParaRPr lang="en-GB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26162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1175-1488-4C60-99F5-C7B618DC2F1A}" type="datetime1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DA95-00BA-40EC-8D9E-1A92E66E593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110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9FB6-3440-4B52-BD81-67D3DECB2D13}" type="datetime1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DA95-00BA-40EC-8D9E-1A92E66E593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759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0B5DD638-D6F0-4B1B-8D0C-2C23E48C8D5A}" type="datetime1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BAE1DA95-00BA-40EC-8D9E-1A92E66E593D}" type="slidenum">
              <a:rPr lang="en-GB" smtClean="0"/>
              <a:t>‹Nr.›</a:t>
            </a:fld>
            <a:endParaRPr lang="en-GB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4577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coding-computer-computer-user-pc-1294361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freesvg.org/african-programmer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coding-computer-computer-user-pc-1294361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freesvg.org/african-programmer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s://freesvg.org/african-programmer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coding-computer-computer-user-pc-1294361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freesvg.org/african-programmer" TargetMode="Externa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13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D9B6AD-4CF6-E933-7CC3-D838A8C58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7" y="1468876"/>
            <a:ext cx="8361229" cy="3186289"/>
          </a:xfrm>
        </p:spPr>
        <p:txBody>
          <a:bodyPr/>
          <a:lstStyle/>
          <a:p>
            <a:r>
              <a:rPr lang="de-DE" dirty="0"/>
              <a:t>Code-Review</a:t>
            </a:r>
            <a:br>
              <a:rPr lang="de-DE" dirty="0"/>
            </a:br>
            <a:r>
              <a:rPr lang="de-DE" dirty="0"/>
              <a:t>bei Code Solutions</a:t>
            </a:r>
            <a:endParaRPr lang="en-GB" dirty="0"/>
          </a:p>
        </p:txBody>
      </p:sp>
      <p:pic>
        <p:nvPicPr>
          <p:cNvPr id="3" name="Grafik 2" descr="Ein Bild, das Text, Screenshot, Schrift, Logo enthält.&#10;&#10;Automatisch generierte Beschreibung">
            <a:extLst>
              <a:ext uri="{FF2B5EF4-FFF2-40B4-BE49-F238E27FC236}">
                <a16:creationId xmlns:a16="http://schemas.microsoft.com/office/drawing/2014/main" id="{9960A393-8909-8A4D-2472-CCD4C624620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242" y="4839990"/>
            <a:ext cx="1956998" cy="130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480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1A008A5F-5B87-4AF7-1A80-C3C0B99A9B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4547120" y="1726187"/>
            <a:ext cx="1623596" cy="1542416"/>
          </a:xfr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0953B75-A898-47AE-E947-A12D677D095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777380" y="1726187"/>
            <a:ext cx="1542416" cy="1542416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71AD75E0-5351-163A-6208-C16B7B51D871}"/>
              </a:ext>
            </a:extLst>
          </p:cNvPr>
          <p:cNvSpPr txBox="1"/>
          <p:nvPr/>
        </p:nvSpPr>
        <p:spPr>
          <a:xfrm>
            <a:off x="4747569" y="722595"/>
            <a:ext cx="11258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Code-Autor</a:t>
            </a:r>
            <a:endParaRPr lang="en-GB" sz="2400" b="1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5D0BBFA-335F-0968-C3C5-D20E5C490BFB}"/>
              </a:ext>
            </a:extLst>
          </p:cNvPr>
          <p:cNvSpPr txBox="1"/>
          <p:nvPr/>
        </p:nvSpPr>
        <p:spPr>
          <a:xfrm>
            <a:off x="7097485" y="722595"/>
            <a:ext cx="13871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Code-Reviewer</a:t>
            </a:r>
            <a:endParaRPr lang="en-GB" sz="2400" b="1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0B2A6051-6A0E-8E3A-1606-C7EACA3AA1E0}"/>
              </a:ext>
            </a:extLst>
          </p:cNvPr>
          <p:cNvSpPr txBox="1">
            <a:spLocks/>
          </p:cNvSpPr>
          <p:nvPr/>
        </p:nvSpPr>
        <p:spPr>
          <a:xfrm>
            <a:off x="1371600" y="3657596"/>
            <a:ext cx="9601200" cy="26203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2400" b="0" i="0" dirty="0">
                <a:solidFill>
                  <a:schemeClr val="tx1"/>
                </a:solidFill>
                <a:effectLst/>
              </a:rPr>
              <a:t>Code-Reviews gehören bei der </a:t>
            </a:r>
            <a:r>
              <a:rPr lang="de-DE" sz="2400" b="0" i="0" dirty="0" err="1">
                <a:solidFill>
                  <a:schemeClr val="tx1"/>
                </a:solidFill>
                <a:effectLst/>
              </a:rPr>
              <a:t>CodeSolutions</a:t>
            </a:r>
            <a:r>
              <a:rPr lang="de-DE" sz="2400" b="0" i="0" dirty="0">
                <a:solidFill>
                  <a:schemeClr val="tx1"/>
                </a:solidFill>
                <a:effectLst/>
              </a:rPr>
              <a:t> Neumarkt GmbH zum Alltag, um die Qualität des Codes sicherzustellen und Probleme frühzeitig zu erkennen. Sie fördern die Zusammenarbeit und garantieren, dass nur qualitativ hochwertiger Code in Produktion geht.</a:t>
            </a:r>
          </a:p>
          <a:p>
            <a:pPr marL="0" indent="0" algn="ctr">
              <a:buNone/>
            </a:pPr>
            <a:endParaRPr lang="de-DE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de-DE" sz="2400" dirty="0">
                <a:solidFill>
                  <a:schemeClr val="tx1"/>
                </a:solidFill>
              </a:rPr>
              <a:t>Sie schauen zwei Ihrer Kollegen beim Code-Review über die Schulter.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E8EEBB0B-1312-705E-FDDD-FAC0BEBAE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F3ADC-0C44-4C3F-9E42-6FED61742ECA}" type="datetime1">
              <a:rPr lang="en-GB" smtClean="0"/>
              <a:t>10/11/2025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FEE5F0-982C-6A8C-C4A0-8A108AD43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14703BB-83ED-7D3E-DE0D-5CA838A76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DA95-00BA-40EC-8D9E-1A92E66E593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319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8BB6B258-779A-0FDB-0613-B669C821D442}"/>
              </a:ext>
            </a:extLst>
          </p:cNvPr>
          <p:cNvSpPr txBox="1"/>
          <p:nvPr/>
        </p:nvSpPr>
        <p:spPr>
          <a:xfrm>
            <a:off x="892944" y="1785259"/>
            <a:ext cx="4758611" cy="42473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Dieses Programm berechnet die</a:t>
            </a:r>
          </a:p>
          <a:p>
            <a:r>
              <a:rPr lang="de-DE" dirty="0">
                <a:solidFill>
                  <a:srgbClr val="008000"/>
                </a:solidFill>
                <a:latin typeface="Courier New" panose="02070309020205020404" pitchFamily="49" charset="0"/>
              </a:rPr>
              <a:t># </a:t>
            </a:r>
            <a:r>
              <a:rPr lang="de-DE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Summe der ganzen Zahlen von 1</a:t>
            </a:r>
          </a:p>
          <a:p>
            <a:r>
              <a:rPr lang="de-DE" dirty="0">
                <a:solidFill>
                  <a:srgbClr val="008000"/>
                </a:solidFill>
                <a:latin typeface="Courier New" panose="02070309020205020404" pitchFamily="49" charset="0"/>
              </a:rPr>
              <a:t>#</a:t>
            </a:r>
            <a:r>
              <a:rPr lang="de-DE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bis 20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summe </a:t>
            </a:r>
            <a:r>
              <a:rPr lang="de-DE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de-DE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zahl </a:t>
            </a:r>
            <a:r>
              <a:rPr lang="de-DE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de-DE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endParaRPr lang="de-DE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de-DE" sz="18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while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zahl </a:t>
            </a:r>
            <a:r>
              <a:rPr lang="de-DE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&lt;=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de-DE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20</a:t>
            </a:r>
            <a:r>
              <a:rPr lang="de-DE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de-DE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summe </a:t>
            </a:r>
            <a:r>
              <a:rPr lang="de-DE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+=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zahl </a:t>
            </a:r>
          </a:p>
          <a:p>
            <a:r>
              <a:rPr lang="de-DE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zahl </a:t>
            </a:r>
            <a:r>
              <a:rPr lang="de-DE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+=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de-DE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endParaRPr lang="de-DE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de-DE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Ausgabe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de-DE" sz="18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de-DE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de-DE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de-DE" sz="180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"Die</a:t>
            </a:r>
            <a:r>
              <a:rPr lang="de-DE" sz="18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 Summe der ganzen Zahlen von 1 bis 20 ist: {summe}"</a:t>
            </a:r>
            <a:r>
              <a:rPr lang="de-DE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endParaRPr lang="de-DE" dirty="0">
              <a:effectLst/>
            </a:endParaRPr>
          </a:p>
          <a:p>
            <a:endParaRPr lang="de-DE" dirty="0">
              <a:effectLst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009F5A5-2EC8-DB6A-BF45-2E77A1DB6F4F}"/>
              </a:ext>
            </a:extLst>
          </p:cNvPr>
          <p:cNvSpPr txBox="1"/>
          <p:nvPr/>
        </p:nvSpPr>
        <p:spPr>
          <a:xfrm>
            <a:off x="5800915" y="1785259"/>
            <a:ext cx="6198255" cy="3693319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8000"/>
                </a:solidFill>
                <a:latin typeface="Courier New" panose="02070309020205020404" pitchFamily="49" charset="0"/>
              </a:rPr>
              <a:t>/* </a:t>
            </a:r>
          </a:p>
          <a:p>
            <a:r>
              <a:rPr lang="de-DE" dirty="0">
                <a:solidFill>
                  <a:srgbClr val="008000"/>
                </a:solidFill>
                <a:latin typeface="Courier New" panose="02070309020205020404" pitchFamily="49" charset="0"/>
              </a:rPr>
              <a:t>Verbesserungsvorschlag: </a:t>
            </a:r>
          </a:p>
          <a:p>
            <a:r>
              <a:rPr lang="de-DE" dirty="0">
                <a:solidFill>
                  <a:srgbClr val="008000"/>
                </a:solidFill>
                <a:latin typeface="Courier New" panose="02070309020205020404" pitchFamily="49" charset="0"/>
              </a:rPr>
              <a:t>Dieser Vorgang ist prädestiniert für eine sequenzbasierte Schleife, da sie hier übersichtlicher und sinnvoller ist. </a:t>
            </a:r>
          </a:p>
          <a:p>
            <a:r>
              <a:rPr lang="de-DE" dirty="0">
                <a:solidFill>
                  <a:srgbClr val="008000"/>
                </a:solidFill>
                <a:latin typeface="Courier New" panose="02070309020205020404" pitchFamily="49" charset="0"/>
              </a:rPr>
              <a:t>Mein Vorschlag ist, eine </a:t>
            </a:r>
            <a:r>
              <a:rPr lang="de-DE" dirty="0" err="1">
                <a:solidFill>
                  <a:srgbClr val="008000"/>
                </a:solidFill>
                <a:latin typeface="Courier New" panose="02070309020205020404" pitchFamily="49" charset="0"/>
              </a:rPr>
              <a:t>For</a:t>
            </a:r>
            <a:r>
              <a:rPr lang="de-DE" dirty="0">
                <a:solidFill>
                  <a:srgbClr val="008000"/>
                </a:solidFill>
                <a:latin typeface="Courier New" panose="02070309020205020404" pitchFamily="49" charset="0"/>
              </a:rPr>
              <a:t>-Schleife in Verbindung mit der </a:t>
            </a:r>
            <a:r>
              <a:rPr lang="de-DE" dirty="0" err="1">
                <a:solidFill>
                  <a:srgbClr val="008000"/>
                </a:solidFill>
                <a:latin typeface="Courier New" panose="02070309020205020404" pitchFamily="49" charset="0"/>
              </a:rPr>
              <a:t>range</a:t>
            </a:r>
            <a:r>
              <a:rPr lang="de-DE" dirty="0">
                <a:solidFill>
                  <a:srgbClr val="008000"/>
                </a:solidFill>
                <a:latin typeface="Courier New" panose="02070309020205020404" pitchFamily="49" charset="0"/>
              </a:rPr>
              <a:t>-Funktion zu verwenden:</a:t>
            </a:r>
          </a:p>
          <a:p>
            <a:r>
              <a:rPr lang="de-DE" dirty="0">
                <a:solidFill>
                  <a:srgbClr val="008000"/>
                </a:solidFill>
                <a:latin typeface="Courier New" panose="02070309020205020404" pitchFamily="49" charset="0"/>
              </a:rPr>
              <a:t>*/ </a:t>
            </a:r>
          </a:p>
          <a:p>
            <a:endParaRPr lang="de-DE" sz="1800" dirty="0">
              <a:solidFill>
                <a:srgbClr val="008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zahl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</a:rPr>
              <a:t>in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range</a:t>
            </a:r>
            <a:r>
              <a:rPr lang="en-GB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GB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</a:rPr>
              <a:t>21</a:t>
            </a:r>
            <a:r>
              <a:rPr lang="en-GB" b="1" dirty="0">
                <a:solidFill>
                  <a:srgbClr val="000080"/>
                </a:solidFill>
                <a:latin typeface="Courier New" panose="02070309020205020404" pitchFamily="49" charset="0"/>
              </a:rPr>
              <a:t>):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summe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b="1" dirty="0">
                <a:solidFill>
                  <a:srgbClr val="000080"/>
                </a:solidFill>
                <a:latin typeface="Courier New" panose="02070309020205020404" pitchFamily="49" charset="0"/>
              </a:rPr>
              <a:t>+=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zahl</a:t>
            </a:r>
            <a:endParaRPr lang="en-GB" dirty="0"/>
          </a:p>
          <a:p>
            <a:endParaRPr lang="de-DE" sz="1800" dirty="0">
              <a:solidFill>
                <a:srgbClr val="008000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1A008A5F-5B87-4AF7-1A80-C3C0B99A9B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976605" y="351480"/>
            <a:ext cx="1623596" cy="1542416"/>
          </a:xfr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0953B75-A898-47AE-E947-A12D677D095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0192384" y="351480"/>
            <a:ext cx="1542416" cy="1542416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35522519-EC5E-2B3E-ADCC-55E6F92618CE}"/>
              </a:ext>
            </a:extLst>
          </p:cNvPr>
          <p:cNvSpPr/>
          <p:nvPr/>
        </p:nvSpPr>
        <p:spPr>
          <a:xfrm>
            <a:off x="805163" y="3327675"/>
            <a:ext cx="3300671" cy="1091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0CB25EC0-88E4-E243-A02C-186DC29BA617}"/>
              </a:ext>
            </a:extLst>
          </p:cNvPr>
          <p:cNvCxnSpPr>
            <a:cxnSpLocks/>
            <a:stCxn id="12" idx="3"/>
            <a:endCxn id="10" idx="1"/>
          </p:cNvCxnSpPr>
          <p:nvPr/>
        </p:nvCxnSpPr>
        <p:spPr>
          <a:xfrm flipV="1">
            <a:off x="4105834" y="3631919"/>
            <a:ext cx="1695081" cy="2417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51411D54-13EA-849F-AD82-975B8AEA3D63}"/>
              </a:ext>
            </a:extLst>
          </p:cNvPr>
          <p:cNvSpPr txBox="1"/>
          <p:nvPr/>
        </p:nvSpPr>
        <p:spPr>
          <a:xfrm>
            <a:off x="8546841" y="548425"/>
            <a:ext cx="13871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Code-Reviewer</a:t>
            </a:r>
            <a:endParaRPr lang="en-GB" sz="2400" b="1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1392F67D-9D3A-3090-353E-806D8155911D}"/>
              </a:ext>
            </a:extLst>
          </p:cNvPr>
          <p:cNvSpPr txBox="1"/>
          <p:nvPr/>
        </p:nvSpPr>
        <p:spPr>
          <a:xfrm>
            <a:off x="2775699" y="548426"/>
            <a:ext cx="11258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Code-Autor</a:t>
            </a:r>
            <a:endParaRPr lang="en-GB" sz="2400" b="1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7D4DFBA-C1F9-3CA1-6FE8-65F6055AA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B8B1D-12E6-4765-A835-41BAB313B82D}" type="datetime1">
              <a:rPr lang="en-GB" smtClean="0"/>
              <a:t>10/11/2025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EC634F5-B2A9-1BFA-3FC4-FD183CE38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23EC1D-5C3E-32F2-463A-92E9D2446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DA95-00BA-40EC-8D9E-1A92E66E593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509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2BCB27-52D3-9428-E49B-B7726E326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Verbesserungsvorschlag des Reviewers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C100E6-3B6E-AB4A-0EDC-8D9FA912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8170507" cy="3581400"/>
          </a:xfrm>
        </p:spPr>
        <p:txBody>
          <a:bodyPr/>
          <a:lstStyle/>
          <a:p>
            <a:r>
              <a:rPr lang="de-DE" dirty="0"/>
              <a:t>Beraten Sie sich mit Ihrem Sitznachbarn / Ihrer Sitznachbarin:</a:t>
            </a:r>
            <a:endParaRPr lang="en-GB" dirty="0"/>
          </a:p>
          <a:p>
            <a:endParaRPr lang="de-DE" dirty="0"/>
          </a:p>
          <a:p>
            <a:pPr lvl="1"/>
            <a:r>
              <a:rPr lang="de-DE" dirty="0"/>
              <a:t>Was könnte eine </a:t>
            </a:r>
            <a:r>
              <a:rPr lang="de-DE" b="1" dirty="0"/>
              <a:t>sequenzbasierte</a:t>
            </a:r>
            <a:r>
              <a:rPr lang="de-DE" dirty="0"/>
              <a:t> Schleife sein?</a:t>
            </a:r>
          </a:p>
          <a:p>
            <a:pPr lvl="1"/>
            <a:r>
              <a:rPr lang="de-DE" dirty="0"/>
              <a:t>Welche Bedeutung könnte die </a:t>
            </a:r>
            <a:r>
              <a:rPr lang="de-DE" b="1" dirty="0" err="1"/>
              <a:t>range</a:t>
            </a:r>
            <a:r>
              <a:rPr lang="de-DE" b="1" dirty="0"/>
              <a:t>-Funktion</a:t>
            </a:r>
            <a:r>
              <a:rPr lang="de-DE" dirty="0"/>
              <a:t> im Schleifenkopf für eine Bedeutung haben?</a:t>
            </a:r>
          </a:p>
          <a:p>
            <a:pPr lvl="1"/>
            <a:r>
              <a:rPr lang="de-DE" dirty="0"/>
              <a:t>Recherchieren Sie im Internet zur Bedeutung der </a:t>
            </a:r>
            <a:r>
              <a:rPr lang="de-DE" b="1" dirty="0" err="1"/>
              <a:t>range</a:t>
            </a:r>
            <a:r>
              <a:rPr lang="de-DE" b="1" dirty="0"/>
              <a:t>-Funktion.</a:t>
            </a:r>
          </a:p>
        </p:txBody>
      </p:sp>
      <p:pic>
        <p:nvPicPr>
          <p:cNvPr id="5" name="Grafik 4" descr="Uhr mit einfarbiger Füllung">
            <a:extLst>
              <a:ext uri="{FF2B5EF4-FFF2-40B4-BE49-F238E27FC236}">
                <a16:creationId xmlns:a16="http://schemas.microsoft.com/office/drawing/2014/main" id="{9158E5B1-4A94-8751-F784-287BACC9F93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0097" y="4975708"/>
            <a:ext cx="699796" cy="69979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BD022BD1-FF88-F1A3-57F2-D7B54C7A68E8}"/>
              </a:ext>
            </a:extLst>
          </p:cNvPr>
          <p:cNvSpPr txBox="1"/>
          <p:nvPr/>
        </p:nvSpPr>
        <p:spPr>
          <a:xfrm>
            <a:off x="2649893" y="5125551"/>
            <a:ext cx="1618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5 Minuten</a:t>
            </a:r>
            <a:endParaRPr lang="en-GB" sz="2000" b="1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07274B-F1DB-76AE-FCBD-FF8B500091D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800498" y="1886584"/>
            <a:ext cx="1542416" cy="1542416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B10DBA-00FF-6E3C-2A6A-6E908F32B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DAAC4-D6E0-4A08-8699-6F6F1FE010B3}" type="datetime1">
              <a:rPr lang="en-GB" smtClean="0"/>
              <a:t>10/11/2025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AAEC484-93E3-3025-BC69-16E7DE1F2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488F93D-D7AE-1179-208F-B4A02D0D3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DA95-00BA-40EC-8D9E-1A92E66E593D}" type="slidenum">
              <a:rPr lang="en-GB" smtClean="0"/>
              <a:t>4</a:t>
            </a:fld>
            <a:endParaRPr lang="en-GB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CDD9FB5-20FC-AAAC-C2E3-14ABE4F42F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6161" y="4715953"/>
            <a:ext cx="2979678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763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8BB6B258-779A-0FDB-0613-B669C821D442}"/>
              </a:ext>
            </a:extLst>
          </p:cNvPr>
          <p:cNvSpPr txBox="1"/>
          <p:nvPr/>
        </p:nvSpPr>
        <p:spPr>
          <a:xfrm>
            <a:off x="892944" y="1785259"/>
            <a:ext cx="4758611" cy="42473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Dieses Programm berechnet die</a:t>
            </a:r>
          </a:p>
          <a:p>
            <a:r>
              <a:rPr lang="de-DE" dirty="0">
                <a:solidFill>
                  <a:srgbClr val="008000"/>
                </a:solidFill>
                <a:latin typeface="Courier New" panose="02070309020205020404" pitchFamily="49" charset="0"/>
              </a:rPr>
              <a:t># </a:t>
            </a:r>
            <a:r>
              <a:rPr lang="de-DE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Summe der ganzen Zahlen von 1</a:t>
            </a:r>
          </a:p>
          <a:p>
            <a:r>
              <a:rPr lang="de-DE" dirty="0">
                <a:solidFill>
                  <a:srgbClr val="008000"/>
                </a:solidFill>
                <a:latin typeface="Courier New" panose="02070309020205020404" pitchFamily="49" charset="0"/>
              </a:rPr>
              <a:t>#</a:t>
            </a:r>
            <a:r>
              <a:rPr lang="de-DE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bis 20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summe </a:t>
            </a:r>
            <a:r>
              <a:rPr lang="de-DE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de-DE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zahl </a:t>
            </a:r>
            <a:r>
              <a:rPr lang="de-DE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de-DE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endParaRPr lang="de-DE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de-DE" sz="18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while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zahl </a:t>
            </a:r>
            <a:r>
              <a:rPr lang="de-DE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&lt;=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de-DE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20</a:t>
            </a:r>
            <a:r>
              <a:rPr lang="de-DE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de-DE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summe </a:t>
            </a:r>
            <a:r>
              <a:rPr lang="de-DE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+=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zahl </a:t>
            </a:r>
          </a:p>
          <a:p>
            <a:r>
              <a:rPr lang="de-DE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zahl </a:t>
            </a:r>
            <a:r>
              <a:rPr lang="de-DE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+=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de-DE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endParaRPr lang="de-DE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de-DE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Ausgabe</a:t>
            </a:r>
            <a:r>
              <a:rPr lang="de-DE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de-DE" sz="18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de-DE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de-DE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de-DE" sz="180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"Die</a:t>
            </a:r>
            <a:r>
              <a:rPr lang="de-DE" sz="18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 Summe der ganzen Zahlen von 1 bis 20 ist: {summe}"</a:t>
            </a:r>
            <a:r>
              <a:rPr lang="de-DE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endParaRPr lang="de-DE" dirty="0">
              <a:effectLst/>
            </a:endParaRPr>
          </a:p>
          <a:p>
            <a:endParaRPr lang="de-DE" dirty="0">
              <a:effectLst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009F5A5-2EC8-DB6A-BF45-2E77A1DB6F4F}"/>
              </a:ext>
            </a:extLst>
          </p:cNvPr>
          <p:cNvSpPr txBox="1"/>
          <p:nvPr/>
        </p:nvSpPr>
        <p:spPr>
          <a:xfrm>
            <a:off x="5800915" y="1785259"/>
            <a:ext cx="6198255" cy="3693319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DE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/* </a:t>
            </a:r>
          </a:p>
          <a:p>
            <a:r>
              <a:rPr lang="de-DE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Verbesserungsvorschlag: </a:t>
            </a:r>
          </a:p>
          <a:p>
            <a:r>
              <a:rPr lang="de-DE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Dieser Vorgang ist prädestiniert für eine </a:t>
            </a:r>
            <a:r>
              <a:rPr lang="de-DE" dirty="0">
                <a:solidFill>
                  <a:srgbClr val="008000"/>
                </a:solidFill>
                <a:latin typeface="Courier New" panose="02070309020205020404" pitchFamily="49" charset="0"/>
              </a:rPr>
              <a:t>sequenzbasierte</a:t>
            </a:r>
            <a:r>
              <a:rPr lang="de-DE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Schleife, da sie hier übersichtlicher und sinnvoller ist. </a:t>
            </a:r>
          </a:p>
          <a:p>
            <a:r>
              <a:rPr lang="de-DE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Mein Vorschlag ist, eine </a:t>
            </a:r>
            <a:r>
              <a:rPr lang="de-DE" dirty="0" err="1">
                <a:solidFill>
                  <a:srgbClr val="008000"/>
                </a:solidFill>
                <a:latin typeface="Courier New" panose="02070309020205020404" pitchFamily="49" charset="0"/>
              </a:rPr>
              <a:t>F</a:t>
            </a:r>
            <a:r>
              <a:rPr lang="de-DE" sz="180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or</a:t>
            </a:r>
            <a:r>
              <a:rPr lang="de-DE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-Schleife in Verbindung mit </a:t>
            </a:r>
            <a:r>
              <a:rPr lang="de-DE" dirty="0">
                <a:solidFill>
                  <a:srgbClr val="008000"/>
                </a:solidFill>
                <a:latin typeface="Courier New" panose="02070309020205020404" pitchFamily="49" charset="0"/>
              </a:rPr>
              <a:t>der </a:t>
            </a:r>
            <a:r>
              <a:rPr lang="de-DE" dirty="0" err="1">
                <a:solidFill>
                  <a:srgbClr val="008000"/>
                </a:solidFill>
                <a:latin typeface="Courier New" panose="02070309020205020404" pitchFamily="49" charset="0"/>
              </a:rPr>
              <a:t>range</a:t>
            </a:r>
            <a:r>
              <a:rPr lang="de-DE" dirty="0">
                <a:solidFill>
                  <a:srgbClr val="008000"/>
                </a:solidFill>
                <a:latin typeface="Courier New" panose="02070309020205020404" pitchFamily="49" charset="0"/>
              </a:rPr>
              <a:t>-Funktion </a:t>
            </a:r>
            <a:r>
              <a:rPr lang="de-DE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zu verwenden:</a:t>
            </a:r>
          </a:p>
          <a:p>
            <a:r>
              <a:rPr lang="de-DE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*/ </a:t>
            </a:r>
            <a:endParaRPr lang="de-DE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endParaRPr lang="de-DE" sz="1800" dirty="0">
              <a:solidFill>
                <a:srgbClr val="008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zahl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</a:rPr>
              <a:t>in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range</a:t>
            </a:r>
            <a:r>
              <a:rPr lang="en-GB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GB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</a:rPr>
              <a:t>21</a:t>
            </a:r>
            <a:r>
              <a:rPr lang="en-GB" b="1" dirty="0">
                <a:solidFill>
                  <a:srgbClr val="000080"/>
                </a:solidFill>
                <a:latin typeface="Courier New" panose="02070309020205020404" pitchFamily="49" charset="0"/>
              </a:rPr>
              <a:t>):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summe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b="1" dirty="0">
                <a:solidFill>
                  <a:srgbClr val="000080"/>
                </a:solidFill>
                <a:latin typeface="Courier New" panose="02070309020205020404" pitchFamily="49" charset="0"/>
              </a:rPr>
              <a:t>+=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zahl</a:t>
            </a:r>
            <a:endParaRPr lang="en-GB" dirty="0"/>
          </a:p>
          <a:p>
            <a:endParaRPr lang="de-DE" sz="1800" dirty="0">
              <a:solidFill>
                <a:srgbClr val="008000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1A008A5F-5B87-4AF7-1A80-C3C0B99A9B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976605" y="351480"/>
            <a:ext cx="1623596" cy="1542416"/>
          </a:xfr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0953B75-A898-47AE-E947-A12D677D095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0192384" y="351480"/>
            <a:ext cx="1542416" cy="1542416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35522519-EC5E-2B3E-ADCC-55E6F92618CE}"/>
              </a:ext>
            </a:extLst>
          </p:cNvPr>
          <p:cNvSpPr/>
          <p:nvPr/>
        </p:nvSpPr>
        <p:spPr>
          <a:xfrm>
            <a:off x="805163" y="3327675"/>
            <a:ext cx="3300671" cy="1091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0CB25EC0-88E4-E243-A02C-186DC29BA617}"/>
              </a:ext>
            </a:extLst>
          </p:cNvPr>
          <p:cNvCxnSpPr>
            <a:cxnSpLocks/>
            <a:stCxn id="12" idx="3"/>
            <a:endCxn id="10" idx="1"/>
          </p:cNvCxnSpPr>
          <p:nvPr/>
        </p:nvCxnSpPr>
        <p:spPr>
          <a:xfrm flipV="1">
            <a:off x="4105834" y="3631919"/>
            <a:ext cx="1695081" cy="2417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51411D54-13EA-849F-AD82-975B8AEA3D63}"/>
              </a:ext>
            </a:extLst>
          </p:cNvPr>
          <p:cNvSpPr txBox="1"/>
          <p:nvPr/>
        </p:nvSpPr>
        <p:spPr>
          <a:xfrm>
            <a:off x="8546841" y="548425"/>
            <a:ext cx="13871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Code-Reviewer</a:t>
            </a:r>
            <a:endParaRPr lang="en-GB" sz="2400" b="1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1392F67D-9D3A-3090-353E-806D8155911D}"/>
              </a:ext>
            </a:extLst>
          </p:cNvPr>
          <p:cNvSpPr txBox="1"/>
          <p:nvPr/>
        </p:nvSpPr>
        <p:spPr>
          <a:xfrm>
            <a:off x="2775699" y="548426"/>
            <a:ext cx="11258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Code-Autor</a:t>
            </a:r>
            <a:endParaRPr lang="en-GB" sz="2400" b="1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F044DAE-6FE1-6EDD-B18F-9CEFB238B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B6F6D-AE35-4C3F-A4C3-B0F292171B77}" type="datetime1">
              <a:rPr lang="en-GB" smtClean="0"/>
              <a:t>10/11/2025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E381D9E-2AA7-05C6-FC58-174C0E377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75D9F5-6DEF-4614-31ED-6DBA83963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DA95-00BA-40EC-8D9E-1A92E66E593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004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B936DC48-58EE-7E1B-9984-8B8016D84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</p:spPr>
        <p:txBody>
          <a:bodyPr/>
          <a:lstStyle/>
          <a:p>
            <a:r>
              <a:rPr lang="de-DE" dirty="0"/>
              <a:t>Bestandteile der </a:t>
            </a:r>
            <a:r>
              <a:rPr lang="de-DE" dirty="0" err="1"/>
              <a:t>For</a:t>
            </a:r>
            <a:r>
              <a:rPr lang="de-DE" dirty="0"/>
              <a:t>-Schleife</a:t>
            </a:r>
            <a:endParaRPr lang="en-GB" dirty="0"/>
          </a:p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C2BCB27-52D3-9428-E49B-B7726E326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</a:t>
            </a:r>
            <a:r>
              <a:rPr lang="de-DE" dirty="0" err="1"/>
              <a:t>For</a:t>
            </a:r>
            <a:r>
              <a:rPr lang="de-DE" dirty="0"/>
              <a:t>-Schleife</a:t>
            </a:r>
            <a:endParaRPr lang="en-GB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7114952-4076-5394-C0F4-679C003E641A}"/>
              </a:ext>
            </a:extLst>
          </p:cNvPr>
          <p:cNvSpPr txBox="1"/>
          <p:nvPr/>
        </p:nvSpPr>
        <p:spPr>
          <a:xfrm>
            <a:off x="2583023" y="4071029"/>
            <a:ext cx="7593565" cy="830997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zahl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in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range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GB" sz="2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urier New" panose="02070309020205020404" pitchFamily="49" charset="0"/>
              </a:rPr>
              <a:t>21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):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GB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summe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+=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zahl</a:t>
            </a:r>
            <a:endParaRPr lang="en-GB" sz="2400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58E107E-0F1A-8F49-EE6F-737C6BD70D03}"/>
              </a:ext>
            </a:extLst>
          </p:cNvPr>
          <p:cNvSpPr/>
          <p:nvPr/>
        </p:nvSpPr>
        <p:spPr>
          <a:xfrm>
            <a:off x="1546384" y="2945547"/>
            <a:ext cx="2432179" cy="5286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Iterator-Variable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0DEA7F2-FB12-0365-8933-B51EE8F8E7A0}"/>
              </a:ext>
            </a:extLst>
          </p:cNvPr>
          <p:cNvSpPr/>
          <p:nvPr/>
        </p:nvSpPr>
        <p:spPr>
          <a:xfrm>
            <a:off x="5444857" y="2945547"/>
            <a:ext cx="2432179" cy="5286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Sequenz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BD9BC027-05BA-D018-6CE1-5778E4C67DB8}"/>
              </a:ext>
            </a:extLst>
          </p:cNvPr>
          <p:cNvSpPr/>
          <p:nvPr/>
        </p:nvSpPr>
        <p:spPr>
          <a:xfrm>
            <a:off x="4774985" y="4037743"/>
            <a:ext cx="2581312" cy="5286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B9E4F21-E4F1-B320-839C-18D1B1C5D898}"/>
              </a:ext>
            </a:extLst>
          </p:cNvPr>
          <p:cNvSpPr/>
          <p:nvPr/>
        </p:nvSpPr>
        <p:spPr>
          <a:xfrm>
            <a:off x="3286018" y="4069797"/>
            <a:ext cx="976045" cy="46451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47CC671-B530-5147-CA6B-3B95A596D1B4}"/>
              </a:ext>
            </a:extLst>
          </p:cNvPr>
          <p:cNvCxnSpPr>
            <a:cxnSpLocks/>
          </p:cNvCxnSpPr>
          <p:nvPr/>
        </p:nvCxnSpPr>
        <p:spPr>
          <a:xfrm flipH="1" flipV="1">
            <a:off x="2762474" y="3484441"/>
            <a:ext cx="1011567" cy="59563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3BDCAAE9-F5F7-68A0-BBF6-2B5BB78627AA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6065641" y="3474167"/>
            <a:ext cx="595306" cy="56357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1CFD2BC-7C93-8357-8B07-444C881B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83535-D613-4F32-BB40-49B4B4ED3FCA}" type="datetime1">
              <a:rPr lang="en-GB" smtClean="0"/>
              <a:t>10/11/2025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152AEA1-C6C0-D359-95BB-75CD1CC42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91A0DDB6-268C-9FFB-9542-BB7834C6B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DA95-00BA-40EC-8D9E-1A92E66E593D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354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2BCB27-52D3-9428-E49B-B7726E326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</a:t>
            </a:r>
            <a:r>
              <a:rPr lang="de-DE" dirty="0" err="1"/>
              <a:t>For</a:t>
            </a:r>
            <a:r>
              <a:rPr lang="de-DE" dirty="0"/>
              <a:t>-Schleife</a:t>
            </a:r>
            <a:endParaRPr lang="en-GB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7114952-4076-5394-C0F4-679C003E641A}"/>
              </a:ext>
            </a:extLst>
          </p:cNvPr>
          <p:cNvSpPr txBox="1"/>
          <p:nvPr/>
        </p:nvSpPr>
        <p:spPr>
          <a:xfrm>
            <a:off x="2583023" y="4071029"/>
            <a:ext cx="7593565" cy="830997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zahl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in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range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GB" sz="2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urier New" panose="02070309020205020404" pitchFamily="49" charset="0"/>
              </a:rPr>
              <a:t>21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):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GB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summe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+=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zahl</a:t>
            </a:r>
            <a:endParaRPr lang="en-GB" sz="240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0DEA7F2-FB12-0365-8933-B51EE8F8E7A0}"/>
              </a:ext>
            </a:extLst>
          </p:cNvPr>
          <p:cNvSpPr/>
          <p:nvPr/>
        </p:nvSpPr>
        <p:spPr>
          <a:xfrm>
            <a:off x="5444857" y="2945547"/>
            <a:ext cx="2432179" cy="5286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Sequenz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BD9BC027-05BA-D018-6CE1-5778E4C67DB8}"/>
              </a:ext>
            </a:extLst>
          </p:cNvPr>
          <p:cNvSpPr/>
          <p:nvPr/>
        </p:nvSpPr>
        <p:spPr>
          <a:xfrm>
            <a:off x="4774985" y="4037743"/>
            <a:ext cx="2581312" cy="5286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3BDCAAE9-F5F7-68A0-BBF6-2B5BB78627AA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6065641" y="3474167"/>
            <a:ext cx="595306" cy="56357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6731A0B9-0E9C-4159-F378-FE71C30FC575}"/>
              </a:ext>
            </a:extLst>
          </p:cNvPr>
          <p:cNvSpPr/>
          <p:nvPr/>
        </p:nvSpPr>
        <p:spPr>
          <a:xfrm>
            <a:off x="6363294" y="1553646"/>
            <a:ext cx="59022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de-DE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B5DF305-5359-03A4-5B74-745A5990C654}"/>
              </a:ext>
            </a:extLst>
          </p:cNvPr>
          <p:cNvSpPr/>
          <p:nvPr/>
        </p:nvSpPr>
        <p:spPr>
          <a:xfrm>
            <a:off x="7061184" y="1553459"/>
            <a:ext cx="59022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2EA1FDB-5063-9F3B-076B-A67B425208C1}"/>
              </a:ext>
            </a:extLst>
          </p:cNvPr>
          <p:cNvSpPr/>
          <p:nvPr/>
        </p:nvSpPr>
        <p:spPr>
          <a:xfrm>
            <a:off x="7759074" y="1553459"/>
            <a:ext cx="59022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de-DE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818209B-04D5-44DB-8202-9CC9248024EF}"/>
              </a:ext>
            </a:extLst>
          </p:cNvPr>
          <p:cNvSpPr/>
          <p:nvPr/>
        </p:nvSpPr>
        <p:spPr>
          <a:xfrm>
            <a:off x="8349300" y="1574481"/>
            <a:ext cx="7040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889EDBD-4931-B974-4FA2-AF46F73F61B9}"/>
              </a:ext>
            </a:extLst>
          </p:cNvPr>
          <p:cNvSpPr/>
          <p:nvPr/>
        </p:nvSpPr>
        <p:spPr>
          <a:xfrm>
            <a:off x="9047190" y="1553459"/>
            <a:ext cx="9957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8EBAF94-9764-4E76-6315-50736BC291F9}"/>
              </a:ext>
            </a:extLst>
          </p:cNvPr>
          <p:cNvSpPr/>
          <p:nvPr/>
        </p:nvSpPr>
        <p:spPr>
          <a:xfrm>
            <a:off x="4774985" y="3129501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18" name="Inhaltsplatzhalter 17">
            <a:extLst>
              <a:ext uri="{FF2B5EF4-FFF2-40B4-BE49-F238E27FC236}">
                <a16:creationId xmlns:a16="http://schemas.microsoft.com/office/drawing/2014/main" id="{91A0AC38-A0E0-6E2E-A91D-533C1B13E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409A32DF-4BBB-2201-204E-6C493BD53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1481-ED2D-435B-A70A-146F1CB0C9CC}" type="datetime1">
              <a:rPr lang="en-GB" smtClean="0"/>
              <a:t>10/11/2025</a:t>
            </a:fld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6F6A5732-1B92-7824-5FD5-4E233324C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2EBD268B-1B72-EDEA-FF2A-1C5CF63D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DA95-00BA-40EC-8D9E-1A92E66E593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210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0" grpId="0"/>
      <p:bldP spid="12" grpId="0"/>
      <p:bldP spid="14" grpId="0"/>
      <p:bldP spid="16" grpId="0"/>
      <p:bldP spid="16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B7A347-813F-5252-93B0-F2A1AA644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</a:t>
            </a:r>
            <a:r>
              <a:rPr lang="de-DE" dirty="0" err="1"/>
              <a:t>For</a:t>
            </a:r>
            <a:r>
              <a:rPr lang="de-DE" dirty="0"/>
              <a:t>-Schleife</a:t>
            </a:r>
            <a:endParaRPr lang="en-GB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8E43E26-AB5C-033B-4E08-387CDB9927C4}"/>
              </a:ext>
            </a:extLst>
          </p:cNvPr>
          <p:cNvSpPr txBox="1"/>
          <p:nvPr/>
        </p:nvSpPr>
        <p:spPr>
          <a:xfrm>
            <a:off x="2583023" y="5334747"/>
            <a:ext cx="7593565" cy="830997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zahl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in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range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GB" sz="2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urier New" panose="02070309020205020404" pitchFamily="49" charset="0"/>
              </a:rPr>
              <a:t>21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):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GB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summe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+=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zahl</a:t>
            </a:r>
            <a:endParaRPr lang="en-GB" sz="240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AB1F3D7-B9B5-E7AF-CCF6-4982F030C376}"/>
              </a:ext>
            </a:extLst>
          </p:cNvPr>
          <p:cNvSpPr/>
          <p:nvPr/>
        </p:nvSpPr>
        <p:spPr>
          <a:xfrm>
            <a:off x="1104596" y="2565400"/>
            <a:ext cx="2432179" cy="5286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Iterator-Variable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C0545FD0-59F0-2809-6F58-1E2D5D271EBA}"/>
              </a:ext>
            </a:extLst>
          </p:cNvPr>
          <p:cNvSpPr/>
          <p:nvPr/>
        </p:nvSpPr>
        <p:spPr>
          <a:xfrm>
            <a:off x="3286018" y="5333515"/>
            <a:ext cx="976045" cy="46451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1988FFE0-53BD-2B35-C349-05B13F2C5DC7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2320686" y="3094020"/>
            <a:ext cx="1453355" cy="224976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089B6D76-E553-7E62-965C-C76DD15A0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021232"/>
              </p:ext>
            </p:extLst>
          </p:nvPr>
        </p:nvGraphicFramePr>
        <p:xfrm>
          <a:off x="4099389" y="2324250"/>
          <a:ext cx="6255820" cy="1010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81528">
                  <a:extLst>
                    <a:ext uri="{9D8B030D-6E8A-4147-A177-3AD203B41FA5}">
                      <a16:colId xmlns:a16="http://schemas.microsoft.com/office/drawing/2014/main" val="1921403937"/>
                    </a:ext>
                  </a:extLst>
                </a:gridCol>
                <a:gridCol w="2054831">
                  <a:extLst>
                    <a:ext uri="{9D8B030D-6E8A-4147-A177-3AD203B41FA5}">
                      <a16:colId xmlns:a16="http://schemas.microsoft.com/office/drawing/2014/main" val="10234201"/>
                    </a:ext>
                  </a:extLst>
                </a:gridCol>
                <a:gridCol w="3019461">
                  <a:extLst>
                    <a:ext uri="{9D8B030D-6E8A-4147-A177-3AD203B41FA5}">
                      <a16:colId xmlns:a16="http://schemas.microsoft.com/office/drawing/2014/main" val="3075056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bg1"/>
                          </a:solidFill>
                        </a:rPr>
                        <a:t>Schleifendurchlauf</a:t>
                      </a:r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bg1"/>
                          </a:solidFill>
                        </a:rPr>
                        <a:t>Inhalt von </a:t>
                      </a:r>
                      <a:r>
                        <a:rPr lang="de-DE" dirty="0">
                          <a:solidFill>
                            <a:schemeClr val="bg1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zahl</a:t>
                      </a:r>
                      <a:endParaRPr lang="en-GB" dirty="0">
                        <a:solidFill>
                          <a:schemeClr val="bg1"/>
                        </a:solidFill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bg1"/>
                          </a:solidFill>
                        </a:rPr>
                        <a:t>Inhalt von </a:t>
                      </a:r>
                      <a:r>
                        <a:rPr lang="de-DE" dirty="0">
                          <a:solidFill>
                            <a:schemeClr val="bg1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summe</a:t>
                      </a:r>
                      <a:endParaRPr lang="en-GB" dirty="0">
                        <a:solidFill>
                          <a:schemeClr val="bg1"/>
                        </a:solidFill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247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520981"/>
                  </a:ext>
                </a:extLst>
              </a:tr>
            </a:tbl>
          </a:graphicData>
        </a:graphic>
      </p:graphicFrame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E56C75A-1775-23CB-941C-A8EE66E9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E2B6F-3781-42E9-B8F7-58BC54F17C41}" type="datetime1">
              <a:rPr lang="en-GB" smtClean="0"/>
              <a:t>10/11/2025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C6ADD09-3D62-D8BB-A927-33008525A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7CEB183-2BC1-4623-FAB9-2699453C6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DA95-00BA-40EC-8D9E-1A92E66E593D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5998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B7A347-813F-5252-93B0-F2A1AA644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</a:t>
            </a:r>
            <a:r>
              <a:rPr lang="de-DE" dirty="0" err="1"/>
              <a:t>For</a:t>
            </a:r>
            <a:r>
              <a:rPr lang="de-DE" dirty="0"/>
              <a:t>-Schleife</a:t>
            </a:r>
            <a:endParaRPr lang="en-GB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8E43E26-AB5C-033B-4E08-387CDB9927C4}"/>
              </a:ext>
            </a:extLst>
          </p:cNvPr>
          <p:cNvSpPr txBox="1"/>
          <p:nvPr/>
        </p:nvSpPr>
        <p:spPr>
          <a:xfrm>
            <a:off x="2583023" y="5334747"/>
            <a:ext cx="7593565" cy="830997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zahl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in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range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GB" sz="2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urier New" panose="02070309020205020404" pitchFamily="49" charset="0"/>
              </a:rPr>
              <a:t>21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):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GB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summe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+=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zahl</a:t>
            </a:r>
            <a:endParaRPr lang="en-GB" sz="240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AB1F3D7-B9B5-E7AF-CCF6-4982F030C376}"/>
              </a:ext>
            </a:extLst>
          </p:cNvPr>
          <p:cNvSpPr/>
          <p:nvPr/>
        </p:nvSpPr>
        <p:spPr>
          <a:xfrm>
            <a:off x="1104596" y="2565400"/>
            <a:ext cx="2432179" cy="5286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Iterator-Variable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C0545FD0-59F0-2809-6F58-1E2D5D271EBA}"/>
              </a:ext>
            </a:extLst>
          </p:cNvPr>
          <p:cNvSpPr/>
          <p:nvPr/>
        </p:nvSpPr>
        <p:spPr>
          <a:xfrm>
            <a:off x="3286018" y="5333515"/>
            <a:ext cx="976045" cy="46451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1988FFE0-53BD-2B35-C349-05B13F2C5DC7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2320686" y="3094020"/>
            <a:ext cx="1453355" cy="224976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089B6D76-E553-7E62-965C-C76DD15A0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790332"/>
              </p:ext>
            </p:extLst>
          </p:nvPr>
        </p:nvGraphicFramePr>
        <p:xfrm>
          <a:off x="4099389" y="2324250"/>
          <a:ext cx="6255820" cy="1010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60980">
                  <a:extLst>
                    <a:ext uri="{9D8B030D-6E8A-4147-A177-3AD203B41FA5}">
                      <a16:colId xmlns:a16="http://schemas.microsoft.com/office/drawing/2014/main" val="1921403937"/>
                    </a:ext>
                  </a:extLst>
                </a:gridCol>
                <a:gridCol w="2075379">
                  <a:extLst>
                    <a:ext uri="{9D8B030D-6E8A-4147-A177-3AD203B41FA5}">
                      <a16:colId xmlns:a16="http://schemas.microsoft.com/office/drawing/2014/main" val="10234201"/>
                    </a:ext>
                  </a:extLst>
                </a:gridCol>
                <a:gridCol w="3019461">
                  <a:extLst>
                    <a:ext uri="{9D8B030D-6E8A-4147-A177-3AD203B41FA5}">
                      <a16:colId xmlns:a16="http://schemas.microsoft.com/office/drawing/2014/main" val="3075056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bg1"/>
                          </a:solidFill>
                        </a:rPr>
                        <a:t>Schleifendurchlauf</a:t>
                      </a:r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bg1"/>
                          </a:solidFill>
                        </a:rPr>
                        <a:t>Inhalt von </a:t>
                      </a:r>
                      <a:r>
                        <a:rPr lang="de-DE" dirty="0">
                          <a:solidFill>
                            <a:schemeClr val="bg1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zahl</a:t>
                      </a:r>
                      <a:endParaRPr lang="en-GB" dirty="0">
                        <a:solidFill>
                          <a:schemeClr val="bg1"/>
                        </a:solidFill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bg1"/>
                          </a:solidFill>
                        </a:rPr>
                        <a:t>Inhalt von </a:t>
                      </a:r>
                      <a:r>
                        <a:rPr lang="de-DE" dirty="0">
                          <a:solidFill>
                            <a:schemeClr val="bg1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summe</a:t>
                      </a:r>
                      <a:endParaRPr lang="en-GB" dirty="0">
                        <a:solidFill>
                          <a:schemeClr val="bg1"/>
                        </a:solidFill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247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520981"/>
                  </a:ext>
                </a:extLst>
              </a:tr>
            </a:tbl>
          </a:graphicData>
        </a:graphic>
      </p:graphicFrame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A7C3771-2519-AB63-92F8-8882E64FE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5B903-7970-49AE-BC8D-7D4FF60CF09C}" type="datetime1">
              <a:rPr lang="en-GB" smtClean="0"/>
              <a:t>10/11/2025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0B0F070-96D1-3D13-4AC4-96581F470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133F7ED-1149-696F-A225-36B393913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DA95-00BA-40EC-8D9E-1A92E66E593D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903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B7A347-813F-5252-93B0-F2A1AA644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</a:t>
            </a:r>
            <a:r>
              <a:rPr lang="de-DE" dirty="0" err="1"/>
              <a:t>For</a:t>
            </a:r>
            <a:r>
              <a:rPr lang="de-DE" dirty="0"/>
              <a:t>-Schleife</a:t>
            </a:r>
            <a:endParaRPr lang="en-GB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8E43E26-AB5C-033B-4E08-387CDB9927C4}"/>
              </a:ext>
            </a:extLst>
          </p:cNvPr>
          <p:cNvSpPr txBox="1"/>
          <p:nvPr/>
        </p:nvSpPr>
        <p:spPr>
          <a:xfrm>
            <a:off x="2583023" y="5334747"/>
            <a:ext cx="7593565" cy="830997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zahl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in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range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GB" sz="2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urier New" panose="02070309020205020404" pitchFamily="49" charset="0"/>
              </a:rPr>
              <a:t>21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):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GB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summe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+=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zahl</a:t>
            </a:r>
            <a:endParaRPr lang="en-GB" sz="240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AB1F3D7-B9B5-E7AF-CCF6-4982F030C376}"/>
              </a:ext>
            </a:extLst>
          </p:cNvPr>
          <p:cNvSpPr/>
          <p:nvPr/>
        </p:nvSpPr>
        <p:spPr>
          <a:xfrm>
            <a:off x="1104596" y="2565400"/>
            <a:ext cx="2432179" cy="5286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Iterator-Variable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C0545FD0-59F0-2809-6F58-1E2D5D271EBA}"/>
              </a:ext>
            </a:extLst>
          </p:cNvPr>
          <p:cNvSpPr/>
          <p:nvPr/>
        </p:nvSpPr>
        <p:spPr>
          <a:xfrm>
            <a:off x="3286018" y="5333515"/>
            <a:ext cx="976045" cy="46451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1988FFE0-53BD-2B35-C349-05B13F2C5DC7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2320686" y="3094020"/>
            <a:ext cx="1453355" cy="224976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089B6D76-E553-7E62-965C-C76DD15A0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482550"/>
              </p:ext>
            </p:extLst>
          </p:nvPr>
        </p:nvGraphicFramePr>
        <p:xfrm>
          <a:off x="4099389" y="2324250"/>
          <a:ext cx="6255820" cy="13817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60980">
                  <a:extLst>
                    <a:ext uri="{9D8B030D-6E8A-4147-A177-3AD203B41FA5}">
                      <a16:colId xmlns:a16="http://schemas.microsoft.com/office/drawing/2014/main" val="1921403937"/>
                    </a:ext>
                  </a:extLst>
                </a:gridCol>
                <a:gridCol w="2075379">
                  <a:extLst>
                    <a:ext uri="{9D8B030D-6E8A-4147-A177-3AD203B41FA5}">
                      <a16:colId xmlns:a16="http://schemas.microsoft.com/office/drawing/2014/main" val="10234201"/>
                    </a:ext>
                  </a:extLst>
                </a:gridCol>
                <a:gridCol w="3019461">
                  <a:extLst>
                    <a:ext uri="{9D8B030D-6E8A-4147-A177-3AD203B41FA5}">
                      <a16:colId xmlns:a16="http://schemas.microsoft.com/office/drawing/2014/main" val="3075056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bg1"/>
                          </a:solidFill>
                        </a:rPr>
                        <a:t>Schleifendurchlauf</a:t>
                      </a:r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bg1"/>
                          </a:solidFill>
                        </a:rPr>
                        <a:t>Inhalt von </a:t>
                      </a:r>
                      <a:r>
                        <a:rPr lang="de-DE" dirty="0">
                          <a:solidFill>
                            <a:schemeClr val="bg1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zahl</a:t>
                      </a:r>
                      <a:endParaRPr lang="en-GB" dirty="0">
                        <a:solidFill>
                          <a:schemeClr val="bg1"/>
                        </a:solidFill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bg1"/>
                          </a:solidFill>
                        </a:rPr>
                        <a:t>Inhalt von </a:t>
                      </a:r>
                      <a:r>
                        <a:rPr lang="de-DE" dirty="0">
                          <a:solidFill>
                            <a:schemeClr val="bg1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summe</a:t>
                      </a:r>
                      <a:endParaRPr lang="en-GB" dirty="0">
                        <a:solidFill>
                          <a:schemeClr val="bg1"/>
                        </a:solidFill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247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520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8307359"/>
                  </a:ext>
                </a:extLst>
              </a:tr>
            </a:tbl>
          </a:graphicData>
        </a:graphic>
      </p:graphicFrame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7436EE6-3099-D692-1B9B-7BDFE9434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563D-0D9E-4D9A-BB67-923A4E5E158E}" type="datetime1">
              <a:rPr lang="en-GB" smtClean="0"/>
              <a:t>10/11/2025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25240F5-5962-0389-B835-33863DA89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23206C7-A69E-C3C9-0D43-85B941138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DA95-00BA-40EC-8D9E-1A92E66E593D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1434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B7A347-813F-5252-93B0-F2A1AA644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</a:t>
            </a:r>
            <a:r>
              <a:rPr lang="de-DE" dirty="0" err="1"/>
              <a:t>For</a:t>
            </a:r>
            <a:r>
              <a:rPr lang="de-DE" dirty="0"/>
              <a:t>-Schleife</a:t>
            </a:r>
            <a:endParaRPr lang="en-GB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8E43E26-AB5C-033B-4E08-387CDB9927C4}"/>
              </a:ext>
            </a:extLst>
          </p:cNvPr>
          <p:cNvSpPr txBox="1"/>
          <p:nvPr/>
        </p:nvSpPr>
        <p:spPr>
          <a:xfrm>
            <a:off x="2583023" y="5334747"/>
            <a:ext cx="7593565" cy="830997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zahl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in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range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GB" sz="2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urier New" panose="02070309020205020404" pitchFamily="49" charset="0"/>
              </a:rPr>
              <a:t>21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):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GB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summe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+=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zahl</a:t>
            </a:r>
            <a:endParaRPr lang="en-GB" sz="240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AB1F3D7-B9B5-E7AF-CCF6-4982F030C376}"/>
              </a:ext>
            </a:extLst>
          </p:cNvPr>
          <p:cNvSpPr/>
          <p:nvPr/>
        </p:nvSpPr>
        <p:spPr>
          <a:xfrm>
            <a:off x="1104596" y="2565400"/>
            <a:ext cx="2432179" cy="5286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Iterator-Variable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C0545FD0-59F0-2809-6F58-1E2D5D271EBA}"/>
              </a:ext>
            </a:extLst>
          </p:cNvPr>
          <p:cNvSpPr/>
          <p:nvPr/>
        </p:nvSpPr>
        <p:spPr>
          <a:xfrm>
            <a:off x="3286018" y="5333515"/>
            <a:ext cx="976045" cy="46451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1988FFE0-53BD-2B35-C349-05B13F2C5DC7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2320686" y="3094020"/>
            <a:ext cx="1453355" cy="224976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089B6D76-E553-7E62-965C-C76DD15A0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96063"/>
              </p:ext>
            </p:extLst>
          </p:nvPr>
        </p:nvGraphicFramePr>
        <p:xfrm>
          <a:off x="4099389" y="2324250"/>
          <a:ext cx="6255820" cy="17526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60980">
                  <a:extLst>
                    <a:ext uri="{9D8B030D-6E8A-4147-A177-3AD203B41FA5}">
                      <a16:colId xmlns:a16="http://schemas.microsoft.com/office/drawing/2014/main" val="1921403937"/>
                    </a:ext>
                  </a:extLst>
                </a:gridCol>
                <a:gridCol w="2075379">
                  <a:extLst>
                    <a:ext uri="{9D8B030D-6E8A-4147-A177-3AD203B41FA5}">
                      <a16:colId xmlns:a16="http://schemas.microsoft.com/office/drawing/2014/main" val="10234201"/>
                    </a:ext>
                  </a:extLst>
                </a:gridCol>
                <a:gridCol w="3019461">
                  <a:extLst>
                    <a:ext uri="{9D8B030D-6E8A-4147-A177-3AD203B41FA5}">
                      <a16:colId xmlns:a16="http://schemas.microsoft.com/office/drawing/2014/main" val="3075056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bg1"/>
                          </a:solidFill>
                        </a:rPr>
                        <a:t>Schleifendurchlauf</a:t>
                      </a:r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bg1"/>
                          </a:solidFill>
                        </a:rPr>
                        <a:t>Inhalt von </a:t>
                      </a:r>
                      <a:r>
                        <a:rPr lang="de-DE" dirty="0">
                          <a:solidFill>
                            <a:schemeClr val="bg1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zahl</a:t>
                      </a:r>
                      <a:endParaRPr lang="en-GB" dirty="0">
                        <a:solidFill>
                          <a:schemeClr val="bg1"/>
                        </a:solidFill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bg1"/>
                          </a:solidFill>
                        </a:rPr>
                        <a:t>Inhalt von </a:t>
                      </a:r>
                      <a:r>
                        <a:rPr lang="de-DE" dirty="0">
                          <a:solidFill>
                            <a:schemeClr val="bg1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summe</a:t>
                      </a:r>
                      <a:endParaRPr lang="en-GB" dirty="0">
                        <a:solidFill>
                          <a:schemeClr val="bg1"/>
                        </a:solidFill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247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520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8307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327398"/>
                  </a:ext>
                </a:extLst>
              </a:tr>
            </a:tbl>
          </a:graphicData>
        </a:graphic>
      </p:graphicFrame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4DDEA54-F540-D37F-7466-02306C385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CECB9-2B4F-4409-8050-2BC60730F418}" type="datetime1">
              <a:rPr lang="en-GB" smtClean="0"/>
              <a:t>10/11/2025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1DD5374-D05E-5B39-C13C-2E17FD62B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8CCE8BE-AD29-4A95-C0C0-7EC56CAC7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DA95-00BA-40EC-8D9E-1A92E66E593D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8369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B7A347-813F-5252-93B0-F2A1AA644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</a:t>
            </a:r>
            <a:r>
              <a:rPr lang="de-DE" dirty="0" err="1"/>
              <a:t>For</a:t>
            </a:r>
            <a:r>
              <a:rPr lang="de-DE" dirty="0"/>
              <a:t>-Schleife</a:t>
            </a:r>
            <a:endParaRPr lang="en-GB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8E43E26-AB5C-033B-4E08-387CDB9927C4}"/>
              </a:ext>
            </a:extLst>
          </p:cNvPr>
          <p:cNvSpPr txBox="1"/>
          <p:nvPr/>
        </p:nvSpPr>
        <p:spPr>
          <a:xfrm>
            <a:off x="2583023" y="5334747"/>
            <a:ext cx="7593565" cy="830997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zahl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in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range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GB" sz="2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urier New" panose="02070309020205020404" pitchFamily="49" charset="0"/>
              </a:rPr>
              <a:t>21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):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GB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summe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+=</a:t>
            </a: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zahl</a:t>
            </a:r>
            <a:endParaRPr lang="en-GB" sz="240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AB1F3D7-B9B5-E7AF-CCF6-4982F030C376}"/>
              </a:ext>
            </a:extLst>
          </p:cNvPr>
          <p:cNvSpPr/>
          <p:nvPr/>
        </p:nvSpPr>
        <p:spPr>
          <a:xfrm>
            <a:off x="1104596" y="2565400"/>
            <a:ext cx="2432179" cy="5286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Iterator-Variable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C0545FD0-59F0-2809-6F58-1E2D5D271EBA}"/>
              </a:ext>
            </a:extLst>
          </p:cNvPr>
          <p:cNvSpPr/>
          <p:nvPr/>
        </p:nvSpPr>
        <p:spPr>
          <a:xfrm>
            <a:off x="3286018" y="5333515"/>
            <a:ext cx="976045" cy="46451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1988FFE0-53BD-2B35-C349-05B13F2C5DC7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2320686" y="3094020"/>
            <a:ext cx="1453355" cy="224976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089B6D76-E553-7E62-965C-C76DD15A0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454621"/>
              </p:ext>
            </p:extLst>
          </p:nvPr>
        </p:nvGraphicFramePr>
        <p:xfrm>
          <a:off x="4099389" y="2324250"/>
          <a:ext cx="6255820" cy="21234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60980">
                  <a:extLst>
                    <a:ext uri="{9D8B030D-6E8A-4147-A177-3AD203B41FA5}">
                      <a16:colId xmlns:a16="http://schemas.microsoft.com/office/drawing/2014/main" val="1921403937"/>
                    </a:ext>
                  </a:extLst>
                </a:gridCol>
                <a:gridCol w="2075379">
                  <a:extLst>
                    <a:ext uri="{9D8B030D-6E8A-4147-A177-3AD203B41FA5}">
                      <a16:colId xmlns:a16="http://schemas.microsoft.com/office/drawing/2014/main" val="10234201"/>
                    </a:ext>
                  </a:extLst>
                </a:gridCol>
                <a:gridCol w="3019461">
                  <a:extLst>
                    <a:ext uri="{9D8B030D-6E8A-4147-A177-3AD203B41FA5}">
                      <a16:colId xmlns:a16="http://schemas.microsoft.com/office/drawing/2014/main" val="3075056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bg1"/>
                          </a:solidFill>
                        </a:rPr>
                        <a:t>Schleifendurchlauf</a:t>
                      </a:r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bg1"/>
                          </a:solidFill>
                        </a:rPr>
                        <a:t>Inhalt von </a:t>
                      </a:r>
                      <a:r>
                        <a:rPr lang="de-DE" dirty="0">
                          <a:solidFill>
                            <a:schemeClr val="bg1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zahl</a:t>
                      </a:r>
                      <a:endParaRPr lang="en-GB" dirty="0">
                        <a:solidFill>
                          <a:schemeClr val="bg1"/>
                        </a:solidFill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bg1"/>
                          </a:solidFill>
                        </a:rPr>
                        <a:t>Inhalt von </a:t>
                      </a:r>
                      <a:r>
                        <a:rPr lang="de-DE" dirty="0">
                          <a:solidFill>
                            <a:schemeClr val="bg1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summe</a:t>
                      </a:r>
                      <a:endParaRPr lang="en-GB" dirty="0">
                        <a:solidFill>
                          <a:schemeClr val="bg1"/>
                        </a:solidFill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247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520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8307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327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72820"/>
                  </a:ext>
                </a:extLst>
              </a:tr>
            </a:tbl>
          </a:graphicData>
        </a:graphic>
      </p:graphicFrame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301A531-AF1C-D65B-6782-2A17F9814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1340A-C22D-4B49-A290-55D7318BFD29}" type="datetime1">
              <a:rPr lang="en-GB" smtClean="0"/>
              <a:t>10/11/2025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F93B9EF-859F-49DC-FDB6-6AE00E8E8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21B110E-D387-E66F-7AE6-BB4F7B182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DA95-00BA-40EC-8D9E-1A92E66E593D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5893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F38F1D-5662-1A91-B607-F38C56F8A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While</a:t>
            </a:r>
            <a:r>
              <a:rPr lang="de-DE" dirty="0"/>
              <a:t>-Schleife vs. </a:t>
            </a:r>
            <a:r>
              <a:rPr lang="de-DE" dirty="0" err="1"/>
              <a:t>For</a:t>
            </a:r>
            <a:r>
              <a:rPr lang="de-DE" dirty="0"/>
              <a:t>-Schleife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AE9E08-0101-7BA9-076B-D70720CFA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886200"/>
          </a:xfrm>
        </p:spPr>
        <p:txBody>
          <a:bodyPr>
            <a:normAutofit/>
          </a:bodyPr>
          <a:lstStyle/>
          <a:p>
            <a:r>
              <a:rPr lang="de-DE" dirty="0"/>
              <a:t>Die </a:t>
            </a:r>
            <a:r>
              <a:rPr lang="de-DE" b="1" dirty="0" err="1"/>
              <a:t>while</a:t>
            </a:r>
            <a:r>
              <a:rPr lang="de-DE" b="1" dirty="0"/>
              <a:t>-Schleife</a:t>
            </a:r>
          </a:p>
          <a:p>
            <a:pPr lvl="1"/>
            <a:r>
              <a:rPr lang="de-DE" dirty="0"/>
              <a:t>Bedingungsabhängig</a:t>
            </a:r>
          </a:p>
          <a:p>
            <a:pPr lvl="2"/>
            <a:r>
              <a:rPr lang="de-DE" dirty="0"/>
              <a:t>Wiederholt sich, solange eine Bedingung wahr ist.</a:t>
            </a:r>
          </a:p>
          <a:p>
            <a:pPr lvl="2"/>
            <a:r>
              <a:rPr lang="de-DE" dirty="0"/>
              <a:t>Anzahl der Durchläufe unbekannt</a:t>
            </a:r>
          </a:p>
          <a:p>
            <a:pPr marL="987552" lvl="2" indent="0">
              <a:buNone/>
            </a:pPr>
            <a:endParaRPr lang="de-DE" dirty="0"/>
          </a:p>
          <a:p>
            <a:pPr lvl="1"/>
            <a:r>
              <a:rPr lang="de-DE" dirty="0"/>
              <a:t>Benutzerdefinierte Bedingung</a:t>
            </a:r>
          </a:p>
          <a:p>
            <a:pPr lvl="2"/>
            <a:r>
              <a:rPr lang="de-DE" dirty="0"/>
              <a:t>Bedingung wird vor jedem Durchlauf überprüft.</a:t>
            </a:r>
          </a:p>
          <a:p>
            <a:pPr marL="987552" lvl="2" indent="0">
              <a:buNone/>
            </a:pPr>
            <a:endParaRPr lang="de-DE" dirty="0"/>
          </a:p>
          <a:p>
            <a:pPr lvl="1"/>
            <a:r>
              <a:rPr lang="de-DE" dirty="0"/>
              <a:t>Manuelle Aktualisierung</a:t>
            </a:r>
          </a:p>
          <a:p>
            <a:pPr lvl="2"/>
            <a:r>
              <a:rPr lang="de-DE" dirty="0"/>
              <a:t>Bedingung und Update werden separat behandelt.</a:t>
            </a:r>
            <a:endParaRPr lang="en-GB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D50960A-A3D3-936B-1D42-0A1B04A42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6061" y="2888428"/>
            <a:ext cx="2676739" cy="2376544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2DD0613-ED93-3E63-23C5-84566B801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63538-C332-43E6-91B9-4C9F5E628E22}" type="datetime1">
              <a:rPr lang="en-GB" smtClean="0"/>
              <a:t>10/11/2025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CA3A2BC-D3C4-22B9-A695-11FF4E3E8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41E9200-5B6C-62A0-919C-B2AA34630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DA95-00BA-40EC-8D9E-1A92E66E593D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139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F38F1D-5662-1A91-B607-F38C56F8A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While</a:t>
            </a:r>
            <a:r>
              <a:rPr lang="de-DE" dirty="0"/>
              <a:t>-Schleife vs. </a:t>
            </a:r>
            <a:r>
              <a:rPr lang="de-DE" dirty="0" err="1"/>
              <a:t>For</a:t>
            </a:r>
            <a:r>
              <a:rPr lang="de-DE" dirty="0"/>
              <a:t>-Schleife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AE9E08-0101-7BA9-076B-D70720CFA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301103"/>
            <a:ext cx="9601200" cy="3770924"/>
          </a:xfrm>
        </p:spPr>
        <p:txBody>
          <a:bodyPr>
            <a:normAutofit/>
          </a:bodyPr>
          <a:lstStyle/>
          <a:p>
            <a:r>
              <a:rPr lang="de-DE" dirty="0"/>
              <a:t>Die </a:t>
            </a:r>
            <a:r>
              <a:rPr lang="de-DE" b="1" dirty="0" err="1"/>
              <a:t>For</a:t>
            </a:r>
            <a:r>
              <a:rPr lang="de-DE" b="1" dirty="0"/>
              <a:t>-Schleife</a:t>
            </a:r>
          </a:p>
          <a:p>
            <a:pPr lvl="1"/>
            <a:r>
              <a:rPr lang="de-DE" dirty="0"/>
              <a:t>Sequenzbasiert</a:t>
            </a:r>
          </a:p>
          <a:p>
            <a:pPr lvl="2"/>
            <a:r>
              <a:rPr lang="de-DE" dirty="0"/>
              <a:t>Iteriert über Elemente einer Sequenz.</a:t>
            </a:r>
          </a:p>
          <a:p>
            <a:pPr lvl="2"/>
            <a:endParaRPr lang="de-DE" dirty="0"/>
          </a:p>
          <a:p>
            <a:pPr lvl="1"/>
            <a:r>
              <a:rPr lang="de-DE" dirty="0"/>
              <a:t>Feste Anzahl von Durchläufen</a:t>
            </a:r>
          </a:p>
          <a:p>
            <a:pPr lvl="2"/>
            <a:r>
              <a:rPr lang="de-DE" dirty="0"/>
              <a:t>Definierte Anzahl von Iterationen.</a:t>
            </a:r>
          </a:p>
          <a:p>
            <a:pPr lvl="2"/>
            <a:r>
              <a:rPr lang="de-DE" dirty="0"/>
              <a:t>Anzahl der Durchläufe bekannt.</a:t>
            </a:r>
          </a:p>
          <a:p>
            <a:pPr lvl="2"/>
            <a:endParaRPr lang="de-DE" dirty="0"/>
          </a:p>
          <a:p>
            <a:pPr lvl="1"/>
            <a:r>
              <a:rPr lang="de-DE" dirty="0"/>
              <a:t>Automatische Aktualisierung</a:t>
            </a:r>
          </a:p>
          <a:p>
            <a:pPr lvl="2"/>
            <a:r>
              <a:rPr lang="de-DE" dirty="0"/>
              <a:t>Die Variable wird automatisch aktualisiert.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567219B-9D0E-187A-7973-DDD6CE175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445" y="3019934"/>
            <a:ext cx="3262355" cy="124964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3A594DC2-77B3-DC44-53E7-C0CD47613931}"/>
              </a:ext>
            </a:extLst>
          </p:cNvPr>
          <p:cNvSpPr txBox="1"/>
          <p:nvPr/>
        </p:nvSpPr>
        <p:spPr>
          <a:xfrm>
            <a:off x="9181671" y="1762780"/>
            <a:ext cx="1797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/>
              <a:t>0 1 2 3 4</a:t>
            </a:r>
            <a:endParaRPr lang="en-GB" sz="2800" b="1" dirty="0"/>
          </a:p>
        </p:txBody>
      </p:sp>
      <p:sp>
        <p:nvSpPr>
          <p:cNvPr id="8" name="Pfeil: nach unten 7">
            <a:extLst>
              <a:ext uri="{FF2B5EF4-FFF2-40B4-BE49-F238E27FC236}">
                <a16:creationId xmlns:a16="http://schemas.microsoft.com/office/drawing/2014/main" id="{37A91DF5-7620-50D3-F7A3-E08A4F4272B9}"/>
              </a:ext>
            </a:extLst>
          </p:cNvPr>
          <p:cNvSpPr/>
          <p:nvPr/>
        </p:nvSpPr>
        <p:spPr>
          <a:xfrm>
            <a:off x="9786991" y="2286000"/>
            <a:ext cx="587339" cy="619634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CD3752C-BACF-ED1A-8331-931F92332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1875" y="1762780"/>
            <a:ext cx="1076646" cy="1076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0FCEDF-8C26-AA32-CB43-44345ACC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CC822-4E57-4339-ACD8-214FAD791BC0}" type="datetime1">
              <a:rPr lang="en-GB" smtClean="0"/>
              <a:t>10/11/2025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A013E0-59A7-0B47-04E4-8D1A11EE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DB69DA1-5791-327F-C1EB-85DDD0B9B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DA95-00BA-40EC-8D9E-1A92E66E593D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57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0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 animBg="1"/>
      <p:bldP spid="8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2BCB27-52D3-9428-E49B-B7726E326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Übungsaufgabe 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C100E6-3B6E-AB4A-0EDC-8D9FA912C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30352" lvl="1" indent="0">
              <a:buNone/>
            </a:pPr>
            <a:r>
              <a:rPr lang="de-DE" dirty="0"/>
              <a:t> </a:t>
            </a:r>
            <a:endParaRPr lang="en-GB" dirty="0"/>
          </a:p>
        </p:txBody>
      </p:sp>
      <p:pic>
        <p:nvPicPr>
          <p:cNvPr id="4" name="Grafik 3" descr="Uhr mit einfarbiger Füllung">
            <a:extLst>
              <a:ext uri="{FF2B5EF4-FFF2-40B4-BE49-F238E27FC236}">
                <a16:creationId xmlns:a16="http://schemas.microsoft.com/office/drawing/2014/main" id="{6E75A25B-B728-9A0F-E637-0E8C8B8624B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1600" y="5281904"/>
            <a:ext cx="699796" cy="699796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41BBBEF-EB57-4592-BFDE-B67A46FB7D75}"/>
              </a:ext>
            </a:extLst>
          </p:cNvPr>
          <p:cNvSpPr txBox="1"/>
          <p:nvPr/>
        </p:nvSpPr>
        <p:spPr>
          <a:xfrm>
            <a:off x="2071396" y="5431747"/>
            <a:ext cx="1618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10 Minuten</a:t>
            </a:r>
            <a:endParaRPr lang="en-GB" sz="2000" dirty="0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82DDF8FA-F401-743D-B8C1-57B1F0FFD7D9}"/>
              </a:ext>
            </a:extLst>
          </p:cNvPr>
          <p:cNvSpPr txBox="1">
            <a:spLocks/>
          </p:cNvSpPr>
          <p:nvPr/>
        </p:nvSpPr>
        <p:spPr>
          <a:xfrm>
            <a:off x="1524000" y="2438401"/>
            <a:ext cx="9601200" cy="174318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352" lvl="1" indent="0">
              <a:buFont typeface="Franklin Gothic Book" panose="020B0503020102020204" pitchFamily="34" charset="0"/>
              <a:buNone/>
            </a:pPr>
            <a:r>
              <a:rPr lang="de-DE" dirty="0"/>
              <a:t> </a:t>
            </a:r>
            <a:endParaRPr lang="en-GB" dirty="0"/>
          </a:p>
          <a:p>
            <a:r>
              <a:rPr lang="de-DE" dirty="0"/>
              <a:t>Erstellen Sie ein Python-Skript, das mithilfe einer </a:t>
            </a:r>
            <a:r>
              <a:rPr lang="de-DE" dirty="0" err="1"/>
              <a:t>for</a:t>
            </a:r>
            <a:r>
              <a:rPr lang="de-DE" dirty="0"/>
              <a:t>-Schleife den </a:t>
            </a:r>
            <a:r>
              <a:rPr lang="de-DE" b="1" dirty="0"/>
              <a:t>Durchschnitt</a:t>
            </a:r>
            <a:r>
              <a:rPr lang="de-DE" dirty="0"/>
              <a:t> aller ganzen Zahlen von 1 bis 30 (inklusiv) bestimmt.</a:t>
            </a:r>
          </a:p>
          <a:p>
            <a:r>
              <a:rPr lang="de-DE" dirty="0"/>
              <a:t>Verwenden Sie hierfür die </a:t>
            </a:r>
            <a:r>
              <a:rPr lang="de-DE" b="1" dirty="0" err="1"/>
              <a:t>range</a:t>
            </a:r>
            <a:r>
              <a:rPr lang="de-DE" b="1" dirty="0"/>
              <a:t>-Funktion </a:t>
            </a:r>
            <a:r>
              <a:rPr lang="de-DE" dirty="0"/>
              <a:t>mit geeigneten Grenzen.</a:t>
            </a:r>
          </a:p>
          <a:p>
            <a:r>
              <a:rPr lang="de-DE" dirty="0"/>
              <a:t>Verzichten Sie auf die Verwendung der </a:t>
            </a:r>
            <a:r>
              <a:rPr lang="de-DE" b="1" dirty="0" err="1"/>
              <a:t>sum</a:t>
            </a:r>
            <a:r>
              <a:rPr lang="de-DE" b="1" dirty="0"/>
              <a:t>-Funktion</a:t>
            </a:r>
            <a:r>
              <a:rPr lang="de-DE" dirty="0"/>
              <a:t>.</a:t>
            </a:r>
          </a:p>
        </p:txBody>
      </p:sp>
      <p:pic>
        <p:nvPicPr>
          <p:cNvPr id="10" name="Grafik 9" descr="Männliches Profil mit einfarbiger Füllung">
            <a:extLst>
              <a:ext uri="{FF2B5EF4-FFF2-40B4-BE49-F238E27FC236}">
                <a16:creationId xmlns:a16="http://schemas.microsoft.com/office/drawing/2014/main" id="{43369583-CC92-6AC3-4AD9-4A54108AF11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6547" y="5320005"/>
            <a:ext cx="699796" cy="699796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E583D9E9-BA14-E81E-F631-BC0B367648EE}"/>
              </a:ext>
            </a:extLst>
          </p:cNvPr>
          <p:cNvSpPr txBox="1"/>
          <p:nvPr/>
        </p:nvSpPr>
        <p:spPr>
          <a:xfrm>
            <a:off x="4666343" y="5431747"/>
            <a:ext cx="1618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Einzelarbeit</a:t>
            </a:r>
            <a:endParaRPr lang="en-GB" sz="2000" dirty="0"/>
          </a:p>
        </p:txBody>
      </p:sp>
      <p:pic>
        <p:nvPicPr>
          <p:cNvPr id="13" name="Grafik 12" descr="Programmierer mit einfarbiger Füllung">
            <a:extLst>
              <a:ext uri="{FF2B5EF4-FFF2-40B4-BE49-F238E27FC236}">
                <a16:creationId xmlns:a16="http://schemas.microsoft.com/office/drawing/2014/main" id="{8F9CB878-3ED4-3068-390B-EFD4887B727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40677" y="532126"/>
            <a:ext cx="766580" cy="766580"/>
          </a:xfrm>
          <a:prstGeom prst="rect">
            <a:avLst/>
          </a:prstGeom>
        </p:spPr>
      </p:pic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2953709-6911-2E72-BD65-2D4C3FFDE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23D97-AC56-4D75-BFD5-EF62B6BFDAC0}" type="datetime1">
              <a:rPr lang="en-GB" smtClean="0"/>
              <a:t>10/11/2025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6FA0E58-BD5B-7DD9-5C0E-4F696E728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0911BE6-E9EF-B4F2-797C-9F62917BD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DA95-00BA-40EC-8D9E-1A92E66E593D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920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2BCB27-52D3-9428-E49B-B7726E326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For</a:t>
            </a:r>
            <a:r>
              <a:rPr lang="de-DE" dirty="0"/>
              <a:t>-Schleife vs. </a:t>
            </a:r>
            <a:r>
              <a:rPr lang="de-DE" dirty="0" err="1"/>
              <a:t>While</a:t>
            </a:r>
            <a:r>
              <a:rPr lang="de-DE" dirty="0"/>
              <a:t>-Schleife</a:t>
            </a:r>
            <a:endParaRPr lang="en-GB" dirty="0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D014CB06-945D-A23B-3C61-F56B925E169D}"/>
              </a:ext>
            </a:extLst>
          </p:cNvPr>
          <p:cNvSpPr txBox="1">
            <a:spLocks/>
          </p:cNvSpPr>
          <p:nvPr/>
        </p:nvSpPr>
        <p:spPr>
          <a:xfrm>
            <a:off x="1371600" y="2285999"/>
            <a:ext cx="9601200" cy="36980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While</a:t>
            </a:r>
            <a:r>
              <a:rPr lang="de-DE" dirty="0"/>
              <a:t>-Schleife:</a:t>
            </a:r>
          </a:p>
          <a:p>
            <a:r>
              <a:rPr lang="de-DE" dirty="0"/>
              <a:t>Zählen, bis LK „</a:t>
            </a:r>
            <a:r>
              <a:rPr lang="de-DE" dirty="0" err="1"/>
              <a:t>Stop</a:t>
            </a:r>
            <a:r>
              <a:rPr lang="de-DE" dirty="0"/>
              <a:t>“ sagt</a:t>
            </a:r>
          </a:p>
          <a:p>
            <a:r>
              <a:rPr lang="de-DE" dirty="0"/>
              <a:t>Verwenden, wenn Bedingung nicht an Anzahl der Durchläufe gekoppelt ist, </a:t>
            </a:r>
          </a:p>
          <a:p>
            <a:pPr lvl="1"/>
            <a:r>
              <a:rPr lang="de-DE" dirty="0"/>
              <a:t>z.B. wenn Bedingung von Benutzereingabe abhängt</a:t>
            </a:r>
          </a:p>
          <a:p>
            <a:pPr lvl="1"/>
            <a:r>
              <a:rPr lang="de-DE" dirty="0"/>
              <a:t>z.B. Endlosschleife</a:t>
            </a:r>
          </a:p>
          <a:p>
            <a:endParaRPr lang="de-DE" dirty="0"/>
          </a:p>
          <a:p>
            <a:r>
              <a:rPr lang="de-DE" dirty="0" err="1"/>
              <a:t>For</a:t>
            </a:r>
            <a:r>
              <a:rPr lang="de-DE" dirty="0"/>
              <a:t>-Schleife:</a:t>
            </a:r>
          </a:p>
          <a:p>
            <a:r>
              <a:rPr lang="de-DE" dirty="0"/>
              <a:t>Bis 20 Zählen und dann „</a:t>
            </a:r>
            <a:r>
              <a:rPr lang="de-DE" dirty="0" err="1"/>
              <a:t>Stop</a:t>
            </a:r>
            <a:r>
              <a:rPr lang="de-DE" dirty="0"/>
              <a:t>“ sagen</a:t>
            </a:r>
          </a:p>
          <a:p>
            <a:r>
              <a:rPr lang="de-DE" dirty="0"/>
              <a:t>Verwenden, wenn Anzahl der Durchläufe bekannt ist, </a:t>
            </a:r>
          </a:p>
          <a:p>
            <a:pPr lvl="1"/>
            <a:r>
              <a:rPr lang="de-DE" dirty="0"/>
              <a:t>z.B. bei Summe berechnen der Zahlen bis 20</a:t>
            </a:r>
          </a:p>
          <a:p>
            <a:endParaRPr lang="en-GB" dirty="0"/>
          </a:p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41CA17-6669-2084-7017-2EAD08657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33336-5F72-4DC4-96AE-728C906D52FF}" type="datetime1">
              <a:rPr lang="en-GB" smtClean="0"/>
              <a:t>10/11/2025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999070C-8865-733A-0B09-244AB1A4E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 Weber, M.Eng. - Staatliche Technikerschule Neumarkt i. d. OPf.</a:t>
            </a:r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7978942-7750-3BBE-81AC-A198C328B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DA95-00BA-40EC-8D9E-1A92E66E593D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7579743"/>
      </p:ext>
    </p:extLst>
  </p:cSld>
  <p:clrMapOvr>
    <a:masterClrMapping/>
  </p:clrMapOvr>
</p:sld>
</file>

<file path=ppt/theme/theme1.xml><?xml version="1.0" encoding="utf-8"?>
<a:theme xmlns:a="http://schemas.openxmlformats.org/drawingml/2006/main" name="Ausschnitt">
  <a:themeElements>
    <a:clrScheme name="Ausschnitt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Ausschnitt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Ausschnit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Ausschnitt</Template>
  <TotalTime>0</TotalTime>
  <Words>975</Words>
  <Application>Microsoft Office PowerPoint</Application>
  <PresentationFormat>Breitbild</PresentationFormat>
  <Paragraphs>226</Paragraphs>
  <Slides>16</Slides>
  <Notes>0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1" baseType="lpstr">
      <vt:lpstr>Aptos</vt:lpstr>
      <vt:lpstr>Cascadia Mono</vt:lpstr>
      <vt:lpstr>Courier New</vt:lpstr>
      <vt:lpstr>Franklin Gothic Book</vt:lpstr>
      <vt:lpstr>Ausschnitt</vt:lpstr>
      <vt:lpstr>Code-Review bei Code Solutions</vt:lpstr>
      <vt:lpstr>PowerPoint-Präsentation</vt:lpstr>
      <vt:lpstr>PowerPoint-Präsentation</vt:lpstr>
      <vt:lpstr>Verbesserungsvorschlag des Reviewers</vt:lpstr>
      <vt:lpstr>PowerPoint-Präsentation</vt:lpstr>
      <vt:lpstr>Die For-Schleife</vt:lpstr>
      <vt:lpstr>Die For-Schleife</vt:lpstr>
      <vt:lpstr>Die For-Schleife</vt:lpstr>
      <vt:lpstr>Die For-Schleife</vt:lpstr>
      <vt:lpstr>Die For-Schleife</vt:lpstr>
      <vt:lpstr>Die For-Schleife</vt:lpstr>
      <vt:lpstr>Die For-Schleife</vt:lpstr>
      <vt:lpstr>While-Schleife vs. For-Schleife</vt:lpstr>
      <vt:lpstr>While-Schleife vs. For-Schleife</vt:lpstr>
      <vt:lpstr>Übungsaufgabe </vt:lpstr>
      <vt:lpstr>For-Schleife vs. While-Schleife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Code-Review bei DataSol</dc:title>
  <dc:creator>Dominik Weber</dc:creator>
  <cp:lastModifiedBy>Dominik Weber</cp:lastModifiedBy>
  <cp:revision>28</cp:revision>
  <dcterms:created xsi:type="dcterms:W3CDTF">2023-01-18T18:47:50Z</dcterms:created>
  <dcterms:modified xsi:type="dcterms:W3CDTF">2025-11-10T16:58:45Z</dcterms:modified>
</cp:coreProperties>
</file>